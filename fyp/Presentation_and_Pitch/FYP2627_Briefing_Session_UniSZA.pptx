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8" r:id="rId3"/>
    <p:sldId id="257" r:id="rId4"/>
    <p:sldId id="259" r:id="rId5"/>
    <p:sldId id="263" r:id="rId6"/>
    <p:sldId id="264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89A9A-5B20-A446-838A-118099374ECE}" v="9" dt="2026-10-02T11:31:46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981"/>
  </p:normalViewPr>
  <p:slideViewPr>
    <p:cSldViewPr snapToGrid="0" snapToObjects="1">
      <p:cViewPr varScale="1">
        <p:scale>
          <a:sx n="117" d="100"/>
          <a:sy n="117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RAH BINTI ABD HAMID" userId="e512eeaa-330b-45e3-be75-cd4aad7fe38c" providerId="ADAL" clId="{92500DE5-0B4D-504D-83E7-C785105EAF38}"/>
    <pc:docChg chg="custSel modSld">
      <pc:chgData name="NAZIRAH BINTI ABD HAMID" userId="e512eeaa-330b-45e3-be75-cd4aad7fe38c" providerId="ADAL" clId="{92500DE5-0B4D-504D-83E7-C785105EAF38}" dt="2026-10-02T11:33:49.346" v="60" actId="14100"/>
      <pc:docMkLst>
        <pc:docMk/>
      </pc:docMkLst>
      <pc:sldChg chg="modSp mod">
        <pc:chgData name="NAZIRAH BINTI ABD HAMID" userId="e512eeaa-330b-45e3-be75-cd4aad7fe38c" providerId="ADAL" clId="{92500DE5-0B4D-504D-83E7-C785105EAF38}" dt="2026-10-02T11:31:36.801" v="42" actId="20577"/>
        <pc:sldMkLst>
          <pc:docMk/>
          <pc:sldMk cId="3382811397" sldId="256"/>
        </pc:sldMkLst>
        <pc:spChg chg="mod">
          <ac:chgData name="NAZIRAH BINTI ABD HAMID" userId="e512eeaa-330b-45e3-be75-cd4aad7fe38c" providerId="ADAL" clId="{92500DE5-0B4D-504D-83E7-C785105EAF38}" dt="2026-10-02T11:31:36.801" v="42" actId="20577"/>
          <ac:spMkLst>
            <pc:docMk/>
            <pc:sldMk cId="3382811397" sldId="256"/>
            <ac:spMk id="3" creationId="{4542596D-7176-F043-A990-35DCA6F6D6BA}"/>
          </ac:spMkLst>
        </pc:spChg>
      </pc:sldChg>
      <pc:sldChg chg="modSp">
        <pc:chgData name="NAZIRAH BINTI ABD HAMID" userId="e512eeaa-330b-45e3-be75-cd4aad7fe38c" providerId="ADAL" clId="{92500DE5-0B4D-504D-83E7-C785105EAF38}" dt="2026-10-02T11:31:46.354" v="51" actId="20577"/>
        <pc:sldMkLst>
          <pc:docMk/>
          <pc:sldMk cId="548205835" sldId="257"/>
        </pc:sldMkLst>
        <pc:graphicFrameChg chg="mod">
          <ac:chgData name="NAZIRAH BINTI ABD HAMID" userId="e512eeaa-330b-45e3-be75-cd4aad7fe38c" providerId="ADAL" clId="{92500DE5-0B4D-504D-83E7-C785105EAF38}" dt="2026-10-02T11:31:46.354" v="51" actId="20577"/>
          <ac:graphicFrameMkLst>
            <pc:docMk/>
            <pc:sldMk cId="548205835" sldId="257"/>
            <ac:graphicFrameMk id="5" creationId="{FB9EE2C8-DE96-4D6C-8F7A-3C416B19BB5A}"/>
          </ac:graphicFrameMkLst>
        </pc:graphicFrameChg>
      </pc:sldChg>
      <pc:sldChg chg="addSp delSp modSp mod">
        <pc:chgData name="NAZIRAH BINTI ABD HAMID" userId="e512eeaa-330b-45e3-be75-cd4aad7fe38c" providerId="ADAL" clId="{92500DE5-0B4D-504D-83E7-C785105EAF38}" dt="2026-10-02T11:33:49.346" v="60" actId="14100"/>
        <pc:sldMkLst>
          <pc:docMk/>
          <pc:sldMk cId="1515201771" sldId="264"/>
        </pc:sldMkLst>
        <pc:spChg chg="add del mod">
          <ac:chgData name="NAZIRAH BINTI ABD HAMID" userId="e512eeaa-330b-45e3-be75-cd4aad7fe38c" providerId="ADAL" clId="{92500DE5-0B4D-504D-83E7-C785105EAF38}" dt="2026-10-02T11:33:28.712" v="53" actId="931"/>
          <ac:spMkLst>
            <pc:docMk/>
            <pc:sldMk cId="1515201771" sldId="264"/>
            <ac:spMk id="3" creationId="{4B0B843A-AFF8-780F-AA48-02E7439AD34B}"/>
          </ac:spMkLst>
        </pc:spChg>
        <pc:spChg chg="del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10" creationId="{1E94681D-2A4C-4A8D-B9B5-31D440D0328D}"/>
          </ac:spMkLst>
        </pc:spChg>
        <pc:spChg chg="del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20" creationId="{4EC7E010-C712-408D-9787-0842AFC9F4BB}"/>
          </ac:spMkLst>
        </pc:spChg>
        <pc:spChg chg="del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21" creationId="{0503FCEF-A9BA-4991-9220-E36615FB8B53}"/>
          </ac:spMkLst>
        </pc:spChg>
        <pc:spChg chg="del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22" creationId="{9664D085-C814-4D74-BCE0-2059F0DC0434}"/>
          </ac:spMkLst>
        </pc:spChg>
        <pc:spChg chg="del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23" creationId="{DDA5539E-D8B4-4F5A-B46F-C304F5D7A847}"/>
          </ac:spMkLst>
        </pc:spChg>
        <pc:spChg chg="add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28" creationId="{1E94681D-2A4C-4A8D-B9B5-31D440D0328D}"/>
          </ac:spMkLst>
        </pc:spChg>
        <pc:spChg chg="add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30" creationId="{4EC7E010-C712-408D-9787-0842AFC9F4BB}"/>
          </ac:spMkLst>
        </pc:spChg>
        <pc:spChg chg="add">
          <ac:chgData name="NAZIRAH BINTI ABD HAMID" userId="e512eeaa-330b-45e3-be75-cd4aad7fe38c" providerId="ADAL" clId="{92500DE5-0B4D-504D-83E7-C785105EAF38}" dt="2026-10-02T11:33:32.426" v="54" actId="26606"/>
          <ac:spMkLst>
            <pc:docMk/>
            <pc:sldMk cId="1515201771" sldId="264"/>
            <ac:spMk id="32" creationId="{0503FCEF-A9BA-4991-9220-E36615FB8B53}"/>
          </ac:spMkLst>
        </pc:spChg>
        <pc:picChg chg="del">
          <ac:chgData name="NAZIRAH BINTI ABD HAMID" userId="e512eeaa-330b-45e3-be75-cd4aad7fe38c" providerId="ADAL" clId="{92500DE5-0B4D-504D-83E7-C785105EAF38}" dt="2026-10-02T11:31:56.948" v="52" actId="478"/>
          <ac:picMkLst>
            <pc:docMk/>
            <pc:sldMk cId="1515201771" sldId="264"/>
            <ac:picMk id="5" creationId="{C8B89613-8161-40DA-5339-D1732B9CE0BA}"/>
          </ac:picMkLst>
        </pc:picChg>
        <pc:picChg chg="add mod ord">
          <ac:chgData name="NAZIRAH BINTI ABD HAMID" userId="e512eeaa-330b-45e3-be75-cd4aad7fe38c" providerId="ADAL" clId="{92500DE5-0B4D-504D-83E7-C785105EAF38}" dt="2026-10-02T11:33:49.346" v="60" actId="14100"/>
          <ac:picMkLst>
            <pc:docMk/>
            <pc:sldMk cId="1515201771" sldId="264"/>
            <ac:picMk id="6" creationId="{AD043576-C320-58BB-4485-0636C9A6695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775C0D-BF2E-4DCC-AC18-AC63AAF9372A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425EAA-5BDD-4AAA-9397-A7F1CDED1025}">
      <dgm:prSet/>
      <dgm:spPr/>
      <dgm:t>
        <a:bodyPr/>
        <a:lstStyle/>
        <a:p>
          <a:r>
            <a:rPr lang="en-MY"/>
            <a:t>Introduction</a:t>
          </a:r>
          <a:endParaRPr lang="en-US"/>
        </a:p>
      </dgm:t>
    </dgm:pt>
    <dgm:pt modelId="{7F71AAB5-73AF-4538-B8C0-B1C7C7E154AA}" type="parTrans" cxnId="{BB64EBF3-B23D-47E8-A1B7-420DFDB9F1F7}">
      <dgm:prSet/>
      <dgm:spPr/>
      <dgm:t>
        <a:bodyPr/>
        <a:lstStyle/>
        <a:p>
          <a:endParaRPr lang="en-US"/>
        </a:p>
      </dgm:t>
    </dgm:pt>
    <dgm:pt modelId="{57577AA3-2B3D-45B3-81A7-50E447CFD283}" type="sibTrans" cxnId="{BB64EBF3-B23D-47E8-A1B7-420DFDB9F1F7}">
      <dgm:prSet/>
      <dgm:spPr/>
      <dgm:t>
        <a:bodyPr/>
        <a:lstStyle/>
        <a:p>
          <a:endParaRPr lang="en-US"/>
        </a:p>
      </dgm:t>
    </dgm:pt>
    <dgm:pt modelId="{373C6E4D-8265-43E0-BD57-3CCB2224CCFF}">
      <dgm:prSet/>
      <dgm:spPr/>
      <dgm:t>
        <a:bodyPr/>
        <a:lstStyle/>
        <a:p>
          <a:r>
            <a:rPr lang="en-MY" dirty="0"/>
            <a:t>Problem statements</a:t>
          </a:r>
          <a:endParaRPr lang="en-US" dirty="0"/>
        </a:p>
      </dgm:t>
    </dgm:pt>
    <dgm:pt modelId="{01910CBD-7607-4CEF-9FD3-F37395574671}" type="parTrans" cxnId="{4AE47DB6-96F5-4F11-9E43-3E734EFBDCA2}">
      <dgm:prSet/>
      <dgm:spPr/>
      <dgm:t>
        <a:bodyPr/>
        <a:lstStyle/>
        <a:p>
          <a:endParaRPr lang="en-US"/>
        </a:p>
      </dgm:t>
    </dgm:pt>
    <dgm:pt modelId="{950253B6-1E82-45CE-9C8C-BF5212B5A405}" type="sibTrans" cxnId="{4AE47DB6-96F5-4F11-9E43-3E734EFBDCA2}">
      <dgm:prSet/>
      <dgm:spPr/>
      <dgm:t>
        <a:bodyPr/>
        <a:lstStyle/>
        <a:p>
          <a:endParaRPr lang="en-US"/>
        </a:p>
      </dgm:t>
    </dgm:pt>
    <dgm:pt modelId="{46E83A7E-2F71-4FCE-82B8-A260C6BBA654}">
      <dgm:prSet/>
      <dgm:spPr/>
      <dgm:t>
        <a:bodyPr/>
        <a:lstStyle/>
        <a:p>
          <a:r>
            <a:rPr lang="en-MY" dirty="0"/>
            <a:t>Objectives</a:t>
          </a:r>
          <a:endParaRPr lang="en-US" dirty="0"/>
        </a:p>
      </dgm:t>
    </dgm:pt>
    <dgm:pt modelId="{C5F8154F-7764-4C9B-9036-9936EF2D25CB}" type="parTrans" cxnId="{B6224931-BF30-43B1-8466-BC84F7DC3F97}">
      <dgm:prSet/>
      <dgm:spPr/>
      <dgm:t>
        <a:bodyPr/>
        <a:lstStyle/>
        <a:p>
          <a:endParaRPr lang="en-US"/>
        </a:p>
      </dgm:t>
    </dgm:pt>
    <dgm:pt modelId="{EBDAFAB8-CD63-47C5-B3D7-6C4F641E7809}" type="sibTrans" cxnId="{B6224931-BF30-43B1-8466-BC84F7DC3F97}">
      <dgm:prSet/>
      <dgm:spPr/>
      <dgm:t>
        <a:bodyPr/>
        <a:lstStyle/>
        <a:p>
          <a:endParaRPr lang="en-US"/>
        </a:p>
      </dgm:t>
    </dgm:pt>
    <dgm:pt modelId="{88E6739A-E4C9-40DD-832C-553CAD765F47}">
      <dgm:prSet/>
      <dgm:spPr/>
      <dgm:t>
        <a:bodyPr/>
        <a:lstStyle/>
        <a:p>
          <a:r>
            <a:rPr lang="en-MY" dirty="0"/>
            <a:t>Method</a:t>
          </a:r>
          <a:endParaRPr lang="en-US" dirty="0"/>
        </a:p>
      </dgm:t>
    </dgm:pt>
    <dgm:pt modelId="{FC35708B-3BD7-4287-8C72-58158A9AA8AE}" type="parTrans" cxnId="{DF12B5E6-E028-4EB7-A834-6E0284F946F8}">
      <dgm:prSet/>
      <dgm:spPr/>
      <dgm:t>
        <a:bodyPr/>
        <a:lstStyle/>
        <a:p>
          <a:endParaRPr lang="en-US"/>
        </a:p>
      </dgm:t>
    </dgm:pt>
    <dgm:pt modelId="{6ED7BAEE-9664-4BF2-9846-A9DDBC554798}" type="sibTrans" cxnId="{DF12B5E6-E028-4EB7-A834-6E0284F946F8}">
      <dgm:prSet/>
      <dgm:spPr/>
      <dgm:t>
        <a:bodyPr/>
        <a:lstStyle/>
        <a:p>
          <a:endParaRPr lang="en-US"/>
        </a:p>
      </dgm:t>
    </dgm:pt>
    <dgm:pt modelId="{E2062B57-9F67-412F-B031-AFB6B9AC3C59}">
      <dgm:prSet/>
      <dgm:spPr/>
      <dgm:t>
        <a:bodyPr/>
        <a:lstStyle/>
        <a:p>
          <a:r>
            <a:rPr lang="en-MY"/>
            <a:t>Conclusion</a:t>
          </a:r>
          <a:endParaRPr lang="en-US"/>
        </a:p>
      </dgm:t>
    </dgm:pt>
    <dgm:pt modelId="{FCA5C3EE-1E64-46DC-BAC6-7C505CB34B23}" type="parTrans" cxnId="{0C3A390C-CE55-4A25-9CD6-359BCBBAAF21}">
      <dgm:prSet/>
      <dgm:spPr/>
      <dgm:t>
        <a:bodyPr/>
        <a:lstStyle/>
        <a:p>
          <a:endParaRPr lang="en-US"/>
        </a:p>
      </dgm:t>
    </dgm:pt>
    <dgm:pt modelId="{B08A9D3C-A091-48F6-B96E-CE279F3BBE35}" type="sibTrans" cxnId="{0C3A390C-CE55-4A25-9CD6-359BCBBAAF21}">
      <dgm:prSet/>
      <dgm:spPr/>
      <dgm:t>
        <a:bodyPr/>
        <a:lstStyle/>
        <a:p>
          <a:endParaRPr lang="en-US"/>
        </a:p>
      </dgm:t>
    </dgm:pt>
    <dgm:pt modelId="{A827B6D7-5915-EB42-B2A6-73341E5EFEB1}">
      <dgm:prSet/>
      <dgm:spPr/>
      <dgm:t>
        <a:bodyPr/>
        <a:lstStyle/>
        <a:p>
          <a:r>
            <a:rPr lang="en-GB" dirty="0"/>
            <a:t>Results</a:t>
          </a:r>
        </a:p>
      </dgm:t>
    </dgm:pt>
    <dgm:pt modelId="{EEA36CAB-70C6-6C41-AC6F-441604A8ACFF}" type="parTrans" cxnId="{543B2CFF-2415-3242-BB9D-DE0DAC07D738}">
      <dgm:prSet/>
      <dgm:spPr/>
      <dgm:t>
        <a:bodyPr/>
        <a:lstStyle/>
        <a:p>
          <a:endParaRPr lang="en-GB"/>
        </a:p>
      </dgm:t>
    </dgm:pt>
    <dgm:pt modelId="{9D6E7542-06A0-7C4D-8784-E5DB116B91C4}" type="sibTrans" cxnId="{543B2CFF-2415-3242-BB9D-DE0DAC07D738}">
      <dgm:prSet/>
      <dgm:spPr/>
      <dgm:t>
        <a:bodyPr/>
        <a:lstStyle/>
        <a:p>
          <a:endParaRPr lang="en-GB"/>
        </a:p>
      </dgm:t>
    </dgm:pt>
    <dgm:pt modelId="{081EF6B3-0C05-0A46-8B5D-8762612CA446}" type="pres">
      <dgm:prSet presAssocID="{AF775C0D-BF2E-4DCC-AC18-AC63AAF9372A}" presName="Name0" presStyleCnt="0">
        <dgm:presLayoutVars>
          <dgm:dir/>
          <dgm:animLvl val="lvl"/>
          <dgm:resizeHandles val="exact"/>
        </dgm:presLayoutVars>
      </dgm:prSet>
      <dgm:spPr/>
    </dgm:pt>
    <dgm:pt modelId="{96F41D0E-BCFF-9242-B465-63FA3FF3D22D}" type="pres">
      <dgm:prSet presAssocID="{BC425EAA-5BDD-4AAA-9397-A7F1CDED1025}" presName="linNode" presStyleCnt="0"/>
      <dgm:spPr/>
    </dgm:pt>
    <dgm:pt modelId="{AAA01EB2-6FD7-8246-B3AA-027C2096CD24}" type="pres">
      <dgm:prSet presAssocID="{BC425EAA-5BDD-4AAA-9397-A7F1CDED1025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C86E563E-F13A-834E-9D11-506544C9B4E0}" type="pres">
      <dgm:prSet presAssocID="{57577AA3-2B3D-45B3-81A7-50E447CFD283}" presName="sp" presStyleCnt="0"/>
      <dgm:spPr/>
    </dgm:pt>
    <dgm:pt modelId="{EAFEF694-388F-7945-8FAA-EE864E7EF62B}" type="pres">
      <dgm:prSet presAssocID="{373C6E4D-8265-43E0-BD57-3CCB2224CCFF}" presName="linNode" presStyleCnt="0"/>
      <dgm:spPr/>
    </dgm:pt>
    <dgm:pt modelId="{D8800A2E-72D7-A84D-9AE8-9EC4B1A56C00}" type="pres">
      <dgm:prSet presAssocID="{373C6E4D-8265-43E0-BD57-3CCB2224CCFF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8D5F15B8-CF73-1B4E-83C9-C09E7EB3D409}" type="pres">
      <dgm:prSet presAssocID="{950253B6-1E82-45CE-9C8C-BF5212B5A405}" presName="sp" presStyleCnt="0"/>
      <dgm:spPr/>
    </dgm:pt>
    <dgm:pt modelId="{5D634954-83C7-6B45-BC43-21721B40CFEF}" type="pres">
      <dgm:prSet presAssocID="{46E83A7E-2F71-4FCE-82B8-A260C6BBA654}" presName="linNode" presStyleCnt="0"/>
      <dgm:spPr/>
    </dgm:pt>
    <dgm:pt modelId="{1DCA2EBE-CDAE-2D46-BCCC-949669248A2B}" type="pres">
      <dgm:prSet presAssocID="{46E83A7E-2F71-4FCE-82B8-A260C6BBA654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7EC7F79-ECDC-B348-B77F-02E4AA38387A}" type="pres">
      <dgm:prSet presAssocID="{EBDAFAB8-CD63-47C5-B3D7-6C4F641E7809}" presName="sp" presStyleCnt="0"/>
      <dgm:spPr/>
    </dgm:pt>
    <dgm:pt modelId="{D746DC74-6FBB-1C4F-8DC2-A380EF327C64}" type="pres">
      <dgm:prSet presAssocID="{88E6739A-E4C9-40DD-832C-553CAD765F47}" presName="linNode" presStyleCnt="0"/>
      <dgm:spPr/>
    </dgm:pt>
    <dgm:pt modelId="{F650F6D9-D439-814A-8DA9-52690AEC6081}" type="pres">
      <dgm:prSet presAssocID="{88E6739A-E4C9-40DD-832C-553CAD765F47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6CFCF817-D08F-9B4E-B052-2B29BEAD42A5}" type="pres">
      <dgm:prSet presAssocID="{6ED7BAEE-9664-4BF2-9846-A9DDBC554798}" presName="sp" presStyleCnt="0"/>
      <dgm:spPr/>
    </dgm:pt>
    <dgm:pt modelId="{083805D2-B245-4248-9851-8DFAF0AE6FA9}" type="pres">
      <dgm:prSet presAssocID="{A827B6D7-5915-EB42-B2A6-73341E5EFEB1}" presName="linNode" presStyleCnt="0"/>
      <dgm:spPr/>
    </dgm:pt>
    <dgm:pt modelId="{47077F8A-C98E-4F4D-A0B2-1BCCD317F342}" type="pres">
      <dgm:prSet presAssocID="{A827B6D7-5915-EB42-B2A6-73341E5EFEB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846D1D6F-DE4E-1F4D-8D89-8B2F00175FFC}" type="pres">
      <dgm:prSet presAssocID="{9D6E7542-06A0-7C4D-8784-E5DB116B91C4}" presName="sp" presStyleCnt="0"/>
      <dgm:spPr/>
    </dgm:pt>
    <dgm:pt modelId="{A942B2E7-32D0-9144-8488-86357D4BFBF9}" type="pres">
      <dgm:prSet presAssocID="{E2062B57-9F67-412F-B031-AFB6B9AC3C59}" presName="linNode" presStyleCnt="0"/>
      <dgm:spPr/>
    </dgm:pt>
    <dgm:pt modelId="{977B052F-6A0C-214F-8809-9E2300B97928}" type="pres">
      <dgm:prSet presAssocID="{E2062B57-9F67-412F-B031-AFB6B9AC3C59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F99D250A-E277-6346-A713-0BAC7551E7E8}" type="presOf" srcId="{88E6739A-E4C9-40DD-832C-553CAD765F47}" destId="{F650F6D9-D439-814A-8DA9-52690AEC6081}" srcOrd="0" destOrd="0" presId="urn:microsoft.com/office/officeart/2005/8/layout/vList5"/>
    <dgm:cxn modelId="{0C3A390C-CE55-4A25-9CD6-359BCBBAAF21}" srcId="{AF775C0D-BF2E-4DCC-AC18-AC63AAF9372A}" destId="{E2062B57-9F67-412F-B031-AFB6B9AC3C59}" srcOrd="5" destOrd="0" parTransId="{FCA5C3EE-1E64-46DC-BAC6-7C505CB34B23}" sibTransId="{B08A9D3C-A091-48F6-B96E-CE279F3BBE35}"/>
    <dgm:cxn modelId="{6E16BB20-0DD5-DC42-93DE-636CE552876F}" type="presOf" srcId="{E2062B57-9F67-412F-B031-AFB6B9AC3C59}" destId="{977B052F-6A0C-214F-8809-9E2300B97928}" srcOrd="0" destOrd="0" presId="urn:microsoft.com/office/officeart/2005/8/layout/vList5"/>
    <dgm:cxn modelId="{B6224931-BF30-43B1-8466-BC84F7DC3F97}" srcId="{AF775C0D-BF2E-4DCC-AC18-AC63AAF9372A}" destId="{46E83A7E-2F71-4FCE-82B8-A260C6BBA654}" srcOrd="2" destOrd="0" parTransId="{C5F8154F-7764-4C9B-9036-9936EF2D25CB}" sibTransId="{EBDAFAB8-CD63-47C5-B3D7-6C4F641E7809}"/>
    <dgm:cxn modelId="{873FA635-486D-6144-8407-40941E42E4AD}" type="presOf" srcId="{BC425EAA-5BDD-4AAA-9397-A7F1CDED1025}" destId="{AAA01EB2-6FD7-8246-B3AA-027C2096CD24}" srcOrd="0" destOrd="0" presId="urn:microsoft.com/office/officeart/2005/8/layout/vList5"/>
    <dgm:cxn modelId="{60829D9F-AD6F-4643-9E74-F255E33BB982}" type="presOf" srcId="{A827B6D7-5915-EB42-B2A6-73341E5EFEB1}" destId="{47077F8A-C98E-4F4D-A0B2-1BCCD317F342}" srcOrd="0" destOrd="0" presId="urn:microsoft.com/office/officeart/2005/8/layout/vList5"/>
    <dgm:cxn modelId="{4AE47DB6-96F5-4F11-9E43-3E734EFBDCA2}" srcId="{AF775C0D-BF2E-4DCC-AC18-AC63AAF9372A}" destId="{373C6E4D-8265-43E0-BD57-3CCB2224CCFF}" srcOrd="1" destOrd="0" parTransId="{01910CBD-7607-4CEF-9FD3-F37395574671}" sibTransId="{950253B6-1E82-45CE-9C8C-BF5212B5A405}"/>
    <dgm:cxn modelId="{2B02ACD0-A7B0-8442-BC9F-DA9163557237}" type="presOf" srcId="{AF775C0D-BF2E-4DCC-AC18-AC63AAF9372A}" destId="{081EF6B3-0C05-0A46-8B5D-8762612CA446}" srcOrd="0" destOrd="0" presId="urn:microsoft.com/office/officeart/2005/8/layout/vList5"/>
    <dgm:cxn modelId="{DF12B5E6-E028-4EB7-A834-6E0284F946F8}" srcId="{AF775C0D-BF2E-4DCC-AC18-AC63AAF9372A}" destId="{88E6739A-E4C9-40DD-832C-553CAD765F47}" srcOrd="3" destOrd="0" parTransId="{FC35708B-3BD7-4287-8C72-58158A9AA8AE}" sibTransId="{6ED7BAEE-9664-4BF2-9846-A9DDBC554798}"/>
    <dgm:cxn modelId="{DBB911EC-E2E1-A84F-AA63-CBF45833B024}" type="presOf" srcId="{373C6E4D-8265-43E0-BD57-3CCB2224CCFF}" destId="{D8800A2E-72D7-A84D-9AE8-9EC4B1A56C00}" srcOrd="0" destOrd="0" presId="urn:microsoft.com/office/officeart/2005/8/layout/vList5"/>
    <dgm:cxn modelId="{BB64EBF3-B23D-47E8-A1B7-420DFDB9F1F7}" srcId="{AF775C0D-BF2E-4DCC-AC18-AC63AAF9372A}" destId="{BC425EAA-5BDD-4AAA-9397-A7F1CDED1025}" srcOrd="0" destOrd="0" parTransId="{7F71AAB5-73AF-4538-B8C0-B1C7C7E154AA}" sibTransId="{57577AA3-2B3D-45B3-81A7-50E447CFD283}"/>
    <dgm:cxn modelId="{0A93F2FE-8E51-EC45-AC6A-54A30909FFBA}" type="presOf" srcId="{46E83A7E-2F71-4FCE-82B8-A260C6BBA654}" destId="{1DCA2EBE-CDAE-2D46-BCCC-949669248A2B}" srcOrd="0" destOrd="0" presId="urn:microsoft.com/office/officeart/2005/8/layout/vList5"/>
    <dgm:cxn modelId="{543B2CFF-2415-3242-BB9D-DE0DAC07D738}" srcId="{AF775C0D-BF2E-4DCC-AC18-AC63AAF9372A}" destId="{A827B6D7-5915-EB42-B2A6-73341E5EFEB1}" srcOrd="4" destOrd="0" parTransId="{EEA36CAB-70C6-6C41-AC6F-441604A8ACFF}" sibTransId="{9D6E7542-06A0-7C4D-8784-E5DB116B91C4}"/>
    <dgm:cxn modelId="{548C3934-8C81-4144-952E-D499C4637FB1}" type="presParOf" srcId="{081EF6B3-0C05-0A46-8B5D-8762612CA446}" destId="{96F41D0E-BCFF-9242-B465-63FA3FF3D22D}" srcOrd="0" destOrd="0" presId="urn:microsoft.com/office/officeart/2005/8/layout/vList5"/>
    <dgm:cxn modelId="{3B97619C-5EFE-E544-ABF5-2AB1399545C6}" type="presParOf" srcId="{96F41D0E-BCFF-9242-B465-63FA3FF3D22D}" destId="{AAA01EB2-6FD7-8246-B3AA-027C2096CD24}" srcOrd="0" destOrd="0" presId="urn:microsoft.com/office/officeart/2005/8/layout/vList5"/>
    <dgm:cxn modelId="{5A466C44-BD44-8444-A100-5AD1B7ED9CC0}" type="presParOf" srcId="{081EF6B3-0C05-0A46-8B5D-8762612CA446}" destId="{C86E563E-F13A-834E-9D11-506544C9B4E0}" srcOrd="1" destOrd="0" presId="urn:microsoft.com/office/officeart/2005/8/layout/vList5"/>
    <dgm:cxn modelId="{D4978448-E8DE-604C-A050-A2AF7521EAAA}" type="presParOf" srcId="{081EF6B3-0C05-0A46-8B5D-8762612CA446}" destId="{EAFEF694-388F-7945-8FAA-EE864E7EF62B}" srcOrd="2" destOrd="0" presId="urn:microsoft.com/office/officeart/2005/8/layout/vList5"/>
    <dgm:cxn modelId="{6EA57C0A-2FA2-D144-971D-B2F0F7F444E8}" type="presParOf" srcId="{EAFEF694-388F-7945-8FAA-EE864E7EF62B}" destId="{D8800A2E-72D7-A84D-9AE8-9EC4B1A56C00}" srcOrd="0" destOrd="0" presId="urn:microsoft.com/office/officeart/2005/8/layout/vList5"/>
    <dgm:cxn modelId="{D80280E1-9109-2542-992A-00024EF078B6}" type="presParOf" srcId="{081EF6B3-0C05-0A46-8B5D-8762612CA446}" destId="{8D5F15B8-CF73-1B4E-83C9-C09E7EB3D409}" srcOrd="3" destOrd="0" presId="urn:microsoft.com/office/officeart/2005/8/layout/vList5"/>
    <dgm:cxn modelId="{D38BA626-8B94-564D-B75C-3BA19928BF01}" type="presParOf" srcId="{081EF6B3-0C05-0A46-8B5D-8762612CA446}" destId="{5D634954-83C7-6B45-BC43-21721B40CFEF}" srcOrd="4" destOrd="0" presId="urn:microsoft.com/office/officeart/2005/8/layout/vList5"/>
    <dgm:cxn modelId="{D18D0621-358F-1D4B-9AFE-93C72F758A93}" type="presParOf" srcId="{5D634954-83C7-6B45-BC43-21721B40CFEF}" destId="{1DCA2EBE-CDAE-2D46-BCCC-949669248A2B}" srcOrd="0" destOrd="0" presId="urn:microsoft.com/office/officeart/2005/8/layout/vList5"/>
    <dgm:cxn modelId="{2721A53D-8328-FA4D-9C51-72DB85993C9D}" type="presParOf" srcId="{081EF6B3-0C05-0A46-8B5D-8762612CA446}" destId="{57EC7F79-ECDC-B348-B77F-02E4AA38387A}" srcOrd="5" destOrd="0" presId="urn:microsoft.com/office/officeart/2005/8/layout/vList5"/>
    <dgm:cxn modelId="{F1973D7C-EFE7-B146-A156-3B1E1F513413}" type="presParOf" srcId="{081EF6B3-0C05-0A46-8B5D-8762612CA446}" destId="{D746DC74-6FBB-1C4F-8DC2-A380EF327C64}" srcOrd="6" destOrd="0" presId="urn:microsoft.com/office/officeart/2005/8/layout/vList5"/>
    <dgm:cxn modelId="{8CB6D2F5-74CF-A641-8469-4D61A11EA8EB}" type="presParOf" srcId="{D746DC74-6FBB-1C4F-8DC2-A380EF327C64}" destId="{F650F6D9-D439-814A-8DA9-52690AEC6081}" srcOrd="0" destOrd="0" presId="urn:microsoft.com/office/officeart/2005/8/layout/vList5"/>
    <dgm:cxn modelId="{31177852-7852-F942-B0AB-E014F0D4F9E4}" type="presParOf" srcId="{081EF6B3-0C05-0A46-8B5D-8762612CA446}" destId="{6CFCF817-D08F-9B4E-B052-2B29BEAD42A5}" srcOrd="7" destOrd="0" presId="urn:microsoft.com/office/officeart/2005/8/layout/vList5"/>
    <dgm:cxn modelId="{9BEA29CE-44C8-2840-9B2B-271146344E60}" type="presParOf" srcId="{081EF6B3-0C05-0A46-8B5D-8762612CA446}" destId="{083805D2-B245-4248-9851-8DFAF0AE6FA9}" srcOrd="8" destOrd="0" presId="urn:microsoft.com/office/officeart/2005/8/layout/vList5"/>
    <dgm:cxn modelId="{2D3D0622-C968-824F-8BA8-4A86A127DF8C}" type="presParOf" srcId="{083805D2-B245-4248-9851-8DFAF0AE6FA9}" destId="{47077F8A-C98E-4F4D-A0B2-1BCCD317F342}" srcOrd="0" destOrd="0" presId="urn:microsoft.com/office/officeart/2005/8/layout/vList5"/>
    <dgm:cxn modelId="{C74FE1D8-4F96-3444-8DB7-D26BE5D7CBFD}" type="presParOf" srcId="{081EF6B3-0C05-0A46-8B5D-8762612CA446}" destId="{846D1D6F-DE4E-1F4D-8D89-8B2F00175FFC}" srcOrd="9" destOrd="0" presId="urn:microsoft.com/office/officeart/2005/8/layout/vList5"/>
    <dgm:cxn modelId="{EEEAD463-732B-5F45-B143-60D832864B39}" type="presParOf" srcId="{081EF6B3-0C05-0A46-8B5D-8762612CA446}" destId="{A942B2E7-32D0-9144-8488-86357D4BFBF9}" srcOrd="10" destOrd="0" presId="urn:microsoft.com/office/officeart/2005/8/layout/vList5"/>
    <dgm:cxn modelId="{317EACD3-DD1B-0A46-8D6A-A76A878DB14E}" type="presParOf" srcId="{A942B2E7-32D0-9144-8488-86357D4BFBF9}" destId="{977B052F-6A0C-214F-8809-9E2300B9792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A86AF2-8F03-4EC0-B116-72519089B890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1DA385-33BD-4AA6-B369-2C83AD7C7650}">
      <dgm:prSet/>
      <dgm:spPr/>
      <dgm:t>
        <a:bodyPr/>
        <a:lstStyle/>
        <a:p>
          <a:r>
            <a:rPr lang="en-MY" dirty="0"/>
            <a:t>The objectives of the research are: </a:t>
          </a:r>
          <a:endParaRPr lang="en-US" dirty="0"/>
        </a:p>
      </dgm:t>
    </dgm:pt>
    <dgm:pt modelId="{1D93EFF0-BD00-45C8-8DCD-45C6424F1072}" type="parTrans" cxnId="{FE52BBAC-29DB-4595-822C-5A35DD3C53AC}">
      <dgm:prSet/>
      <dgm:spPr/>
      <dgm:t>
        <a:bodyPr/>
        <a:lstStyle/>
        <a:p>
          <a:endParaRPr lang="en-US"/>
        </a:p>
      </dgm:t>
    </dgm:pt>
    <dgm:pt modelId="{6E713994-F0AF-4783-8753-10A7E2F3BA12}" type="sibTrans" cxnId="{FE52BBAC-29DB-4595-822C-5A35DD3C53AC}">
      <dgm:prSet/>
      <dgm:spPr/>
      <dgm:t>
        <a:bodyPr/>
        <a:lstStyle/>
        <a:p>
          <a:endParaRPr lang="en-US"/>
        </a:p>
      </dgm:t>
    </dgm:pt>
    <dgm:pt modelId="{4CA6A538-9091-44F4-9BF2-E64B5BF5BC9C}">
      <dgm:prSet/>
      <dgm:spPr/>
      <dgm:t>
        <a:bodyPr/>
        <a:lstStyle/>
        <a:p>
          <a:r>
            <a:rPr lang="en-MY" dirty="0"/>
            <a:t>To design/study ….</a:t>
          </a:r>
          <a:endParaRPr lang="en-US" dirty="0"/>
        </a:p>
      </dgm:t>
    </dgm:pt>
    <dgm:pt modelId="{C3AE56FD-5057-4421-9A34-DBB4C458287D}" type="parTrans" cxnId="{6D05FAAC-28A5-428D-9B3D-949AD6B15CE4}">
      <dgm:prSet/>
      <dgm:spPr/>
      <dgm:t>
        <a:bodyPr/>
        <a:lstStyle/>
        <a:p>
          <a:endParaRPr lang="en-US"/>
        </a:p>
      </dgm:t>
    </dgm:pt>
    <dgm:pt modelId="{50ED82E3-FE10-4650-ADAA-703085A92C3A}" type="sibTrans" cxnId="{6D05FAAC-28A5-428D-9B3D-949AD6B15CE4}">
      <dgm:prSet/>
      <dgm:spPr/>
      <dgm:t>
        <a:bodyPr/>
        <a:lstStyle/>
        <a:p>
          <a:endParaRPr lang="en-US"/>
        </a:p>
      </dgm:t>
    </dgm:pt>
    <dgm:pt modelId="{D4FE08DF-6CAF-4815-989D-8E0630EB4F3A}">
      <dgm:prSet/>
      <dgm:spPr/>
      <dgm:t>
        <a:bodyPr/>
        <a:lstStyle/>
        <a:p>
          <a:r>
            <a:rPr lang="en-MY" dirty="0"/>
            <a:t>To implement/apply/develop …</a:t>
          </a:r>
          <a:endParaRPr lang="en-US" dirty="0"/>
        </a:p>
      </dgm:t>
    </dgm:pt>
    <dgm:pt modelId="{BC88E5B2-DF02-4D48-8A94-1271B4301FB7}" type="parTrans" cxnId="{3967835A-835D-4ED8-AED7-6BC77A2FECC0}">
      <dgm:prSet/>
      <dgm:spPr/>
      <dgm:t>
        <a:bodyPr/>
        <a:lstStyle/>
        <a:p>
          <a:endParaRPr lang="en-US"/>
        </a:p>
      </dgm:t>
    </dgm:pt>
    <dgm:pt modelId="{28C253B3-8535-4BBD-B11C-3E68E86E4994}" type="sibTrans" cxnId="{3967835A-835D-4ED8-AED7-6BC77A2FECC0}">
      <dgm:prSet/>
      <dgm:spPr/>
      <dgm:t>
        <a:bodyPr/>
        <a:lstStyle/>
        <a:p>
          <a:endParaRPr lang="en-US"/>
        </a:p>
      </dgm:t>
    </dgm:pt>
    <dgm:pt modelId="{75117E3C-B113-4A0B-BD0D-8168B1C04267}">
      <dgm:prSet/>
      <dgm:spPr/>
      <dgm:t>
        <a:bodyPr/>
        <a:lstStyle/>
        <a:p>
          <a:r>
            <a:rPr lang="en-MY" dirty="0"/>
            <a:t>To test ….</a:t>
          </a:r>
          <a:endParaRPr lang="en-US" dirty="0"/>
        </a:p>
      </dgm:t>
    </dgm:pt>
    <dgm:pt modelId="{3801C5AB-E36E-4B6A-BDC2-6186CC096939}" type="parTrans" cxnId="{245793B8-7C3F-4091-A41F-1C68D5A3ED56}">
      <dgm:prSet/>
      <dgm:spPr/>
      <dgm:t>
        <a:bodyPr/>
        <a:lstStyle/>
        <a:p>
          <a:endParaRPr lang="en-US"/>
        </a:p>
      </dgm:t>
    </dgm:pt>
    <dgm:pt modelId="{569CDCF1-F272-4919-A446-5C7ADE33CA72}" type="sibTrans" cxnId="{245793B8-7C3F-4091-A41F-1C68D5A3ED56}">
      <dgm:prSet/>
      <dgm:spPr/>
      <dgm:t>
        <a:bodyPr/>
        <a:lstStyle/>
        <a:p>
          <a:endParaRPr lang="en-US"/>
        </a:p>
      </dgm:t>
    </dgm:pt>
    <dgm:pt modelId="{4A6B492A-322A-9445-8F63-F0E4F7F50928}" type="pres">
      <dgm:prSet presAssocID="{83A86AF2-8F03-4EC0-B116-72519089B8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16FC0CB-8275-C64E-B751-A8F2B16FD932}" type="pres">
      <dgm:prSet presAssocID="{441DA385-33BD-4AA6-B369-2C83AD7C7650}" presName="hierRoot1" presStyleCnt="0"/>
      <dgm:spPr/>
    </dgm:pt>
    <dgm:pt modelId="{7EFE3F33-D294-8D4E-874B-C8928CC0C62B}" type="pres">
      <dgm:prSet presAssocID="{441DA385-33BD-4AA6-B369-2C83AD7C7650}" presName="composite" presStyleCnt="0"/>
      <dgm:spPr/>
    </dgm:pt>
    <dgm:pt modelId="{220FA64B-EE75-AF4B-BE63-DB7436EEC9A1}" type="pres">
      <dgm:prSet presAssocID="{441DA385-33BD-4AA6-B369-2C83AD7C7650}" presName="background" presStyleLbl="node0" presStyleIdx="0" presStyleCnt="1"/>
      <dgm:spPr/>
    </dgm:pt>
    <dgm:pt modelId="{B64CFDE1-3911-4D4A-B6C5-E5CB6783D4EE}" type="pres">
      <dgm:prSet presAssocID="{441DA385-33BD-4AA6-B369-2C83AD7C7650}" presName="text" presStyleLbl="fgAcc0" presStyleIdx="0" presStyleCnt="1">
        <dgm:presLayoutVars>
          <dgm:chPref val="3"/>
        </dgm:presLayoutVars>
      </dgm:prSet>
      <dgm:spPr/>
    </dgm:pt>
    <dgm:pt modelId="{7210FE61-D9C9-9041-99DA-191325C16C32}" type="pres">
      <dgm:prSet presAssocID="{441DA385-33BD-4AA6-B369-2C83AD7C7650}" presName="hierChild2" presStyleCnt="0"/>
      <dgm:spPr/>
    </dgm:pt>
    <dgm:pt modelId="{26C6094A-4795-EA42-A1F3-E44E12948EA0}" type="pres">
      <dgm:prSet presAssocID="{C3AE56FD-5057-4421-9A34-DBB4C458287D}" presName="Name10" presStyleLbl="parChTrans1D2" presStyleIdx="0" presStyleCnt="3"/>
      <dgm:spPr/>
    </dgm:pt>
    <dgm:pt modelId="{EB147CFB-6216-1443-B60D-FE62E56FC954}" type="pres">
      <dgm:prSet presAssocID="{4CA6A538-9091-44F4-9BF2-E64B5BF5BC9C}" presName="hierRoot2" presStyleCnt="0"/>
      <dgm:spPr/>
    </dgm:pt>
    <dgm:pt modelId="{B3C8638D-0490-844A-9D5C-42E1BAB6AB3D}" type="pres">
      <dgm:prSet presAssocID="{4CA6A538-9091-44F4-9BF2-E64B5BF5BC9C}" presName="composite2" presStyleCnt="0"/>
      <dgm:spPr/>
    </dgm:pt>
    <dgm:pt modelId="{AF72DD82-BEE0-4D43-8902-0C3547777E01}" type="pres">
      <dgm:prSet presAssocID="{4CA6A538-9091-44F4-9BF2-E64B5BF5BC9C}" presName="background2" presStyleLbl="node2" presStyleIdx="0" presStyleCnt="3"/>
      <dgm:spPr/>
    </dgm:pt>
    <dgm:pt modelId="{9A2FBDF7-9739-954D-9A25-0FCABAC9A349}" type="pres">
      <dgm:prSet presAssocID="{4CA6A538-9091-44F4-9BF2-E64B5BF5BC9C}" presName="text2" presStyleLbl="fgAcc2" presStyleIdx="0" presStyleCnt="3">
        <dgm:presLayoutVars>
          <dgm:chPref val="3"/>
        </dgm:presLayoutVars>
      </dgm:prSet>
      <dgm:spPr/>
    </dgm:pt>
    <dgm:pt modelId="{0979B806-D602-9B49-8F4F-DABA392CC170}" type="pres">
      <dgm:prSet presAssocID="{4CA6A538-9091-44F4-9BF2-E64B5BF5BC9C}" presName="hierChild3" presStyleCnt="0"/>
      <dgm:spPr/>
    </dgm:pt>
    <dgm:pt modelId="{DF116A6F-0D39-B94C-AA87-6B11FC269B0B}" type="pres">
      <dgm:prSet presAssocID="{BC88E5B2-DF02-4D48-8A94-1271B4301FB7}" presName="Name10" presStyleLbl="parChTrans1D2" presStyleIdx="1" presStyleCnt="3"/>
      <dgm:spPr/>
    </dgm:pt>
    <dgm:pt modelId="{E14149B5-AD32-1548-8636-51D7455BD43F}" type="pres">
      <dgm:prSet presAssocID="{D4FE08DF-6CAF-4815-989D-8E0630EB4F3A}" presName="hierRoot2" presStyleCnt="0"/>
      <dgm:spPr/>
    </dgm:pt>
    <dgm:pt modelId="{66DFA3F3-7A83-1149-8A3F-D022C56E6BA8}" type="pres">
      <dgm:prSet presAssocID="{D4FE08DF-6CAF-4815-989D-8E0630EB4F3A}" presName="composite2" presStyleCnt="0"/>
      <dgm:spPr/>
    </dgm:pt>
    <dgm:pt modelId="{A88AF140-B516-1A49-B89A-6C31B2C5230A}" type="pres">
      <dgm:prSet presAssocID="{D4FE08DF-6CAF-4815-989D-8E0630EB4F3A}" presName="background2" presStyleLbl="node2" presStyleIdx="1" presStyleCnt="3"/>
      <dgm:spPr/>
    </dgm:pt>
    <dgm:pt modelId="{B70FF5EB-B6D5-CF4C-B5E2-59D98DFFF4DE}" type="pres">
      <dgm:prSet presAssocID="{D4FE08DF-6CAF-4815-989D-8E0630EB4F3A}" presName="text2" presStyleLbl="fgAcc2" presStyleIdx="1" presStyleCnt="3">
        <dgm:presLayoutVars>
          <dgm:chPref val="3"/>
        </dgm:presLayoutVars>
      </dgm:prSet>
      <dgm:spPr/>
    </dgm:pt>
    <dgm:pt modelId="{5B2C74D9-5985-0648-9DD9-E336D5B5A462}" type="pres">
      <dgm:prSet presAssocID="{D4FE08DF-6CAF-4815-989D-8E0630EB4F3A}" presName="hierChild3" presStyleCnt="0"/>
      <dgm:spPr/>
    </dgm:pt>
    <dgm:pt modelId="{03CA8EBA-024B-0541-A99C-48282D8F9B19}" type="pres">
      <dgm:prSet presAssocID="{3801C5AB-E36E-4B6A-BDC2-6186CC096939}" presName="Name10" presStyleLbl="parChTrans1D2" presStyleIdx="2" presStyleCnt="3"/>
      <dgm:spPr/>
    </dgm:pt>
    <dgm:pt modelId="{106664C0-45E9-AD41-B9D3-F8B41363A4D6}" type="pres">
      <dgm:prSet presAssocID="{75117E3C-B113-4A0B-BD0D-8168B1C04267}" presName="hierRoot2" presStyleCnt="0"/>
      <dgm:spPr/>
    </dgm:pt>
    <dgm:pt modelId="{5E98C9EB-047A-5442-9759-F1E036492FB8}" type="pres">
      <dgm:prSet presAssocID="{75117E3C-B113-4A0B-BD0D-8168B1C04267}" presName="composite2" presStyleCnt="0"/>
      <dgm:spPr/>
    </dgm:pt>
    <dgm:pt modelId="{C39BE1DB-96D5-9642-875C-CA496F764BFA}" type="pres">
      <dgm:prSet presAssocID="{75117E3C-B113-4A0B-BD0D-8168B1C04267}" presName="background2" presStyleLbl="node2" presStyleIdx="2" presStyleCnt="3"/>
      <dgm:spPr/>
    </dgm:pt>
    <dgm:pt modelId="{7E57BB25-3CD9-8D47-ABB1-DE8D5AD30C35}" type="pres">
      <dgm:prSet presAssocID="{75117E3C-B113-4A0B-BD0D-8168B1C04267}" presName="text2" presStyleLbl="fgAcc2" presStyleIdx="2" presStyleCnt="3">
        <dgm:presLayoutVars>
          <dgm:chPref val="3"/>
        </dgm:presLayoutVars>
      </dgm:prSet>
      <dgm:spPr/>
    </dgm:pt>
    <dgm:pt modelId="{027CB643-7488-BF40-A25E-7A818DF49D2A}" type="pres">
      <dgm:prSet presAssocID="{75117E3C-B113-4A0B-BD0D-8168B1C04267}" presName="hierChild3" presStyleCnt="0"/>
      <dgm:spPr/>
    </dgm:pt>
  </dgm:ptLst>
  <dgm:cxnLst>
    <dgm:cxn modelId="{DE020D4A-644D-5942-94F9-8E2D9830C88C}" type="presOf" srcId="{83A86AF2-8F03-4EC0-B116-72519089B890}" destId="{4A6B492A-322A-9445-8F63-F0E4F7F50928}" srcOrd="0" destOrd="0" presId="urn:microsoft.com/office/officeart/2005/8/layout/hierarchy1"/>
    <dgm:cxn modelId="{3967835A-835D-4ED8-AED7-6BC77A2FECC0}" srcId="{441DA385-33BD-4AA6-B369-2C83AD7C7650}" destId="{D4FE08DF-6CAF-4815-989D-8E0630EB4F3A}" srcOrd="1" destOrd="0" parTransId="{BC88E5B2-DF02-4D48-8A94-1271B4301FB7}" sibTransId="{28C253B3-8535-4BBD-B11C-3E68E86E4994}"/>
    <dgm:cxn modelId="{7A6AAF74-937E-B547-89CC-F37565FFB16A}" type="presOf" srcId="{3801C5AB-E36E-4B6A-BDC2-6186CC096939}" destId="{03CA8EBA-024B-0541-A99C-48282D8F9B19}" srcOrd="0" destOrd="0" presId="urn:microsoft.com/office/officeart/2005/8/layout/hierarchy1"/>
    <dgm:cxn modelId="{DB81179D-078A-0D40-9046-D924AC363315}" type="presOf" srcId="{441DA385-33BD-4AA6-B369-2C83AD7C7650}" destId="{B64CFDE1-3911-4D4A-B6C5-E5CB6783D4EE}" srcOrd="0" destOrd="0" presId="urn:microsoft.com/office/officeart/2005/8/layout/hierarchy1"/>
    <dgm:cxn modelId="{60B9E8A6-F3A5-D64C-869E-B5043436DA69}" type="presOf" srcId="{D4FE08DF-6CAF-4815-989D-8E0630EB4F3A}" destId="{B70FF5EB-B6D5-CF4C-B5E2-59D98DFFF4DE}" srcOrd="0" destOrd="0" presId="urn:microsoft.com/office/officeart/2005/8/layout/hierarchy1"/>
    <dgm:cxn modelId="{FE52BBAC-29DB-4595-822C-5A35DD3C53AC}" srcId="{83A86AF2-8F03-4EC0-B116-72519089B890}" destId="{441DA385-33BD-4AA6-B369-2C83AD7C7650}" srcOrd="0" destOrd="0" parTransId="{1D93EFF0-BD00-45C8-8DCD-45C6424F1072}" sibTransId="{6E713994-F0AF-4783-8753-10A7E2F3BA12}"/>
    <dgm:cxn modelId="{6D05FAAC-28A5-428D-9B3D-949AD6B15CE4}" srcId="{441DA385-33BD-4AA6-B369-2C83AD7C7650}" destId="{4CA6A538-9091-44F4-9BF2-E64B5BF5BC9C}" srcOrd="0" destOrd="0" parTransId="{C3AE56FD-5057-4421-9A34-DBB4C458287D}" sibTransId="{50ED82E3-FE10-4650-ADAA-703085A92C3A}"/>
    <dgm:cxn modelId="{245793B8-7C3F-4091-A41F-1C68D5A3ED56}" srcId="{441DA385-33BD-4AA6-B369-2C83AD7C7650}" destId="{75117E3C-B113-4A0B-BD0D-8168B1C04267}" srcOrd="2" destOrd="0" parTransId="{3801C5AB-E36E-4B6A-BDC2-6186CC096939}" sibTransId="{569CDCF1-F272-4919-A446-5C7ADE33CA72}"/>
    <dgm:cxn modelId="{6DE59ED5-0EFE-A747-807D-9875AA98EC9D}" type="presOf" srcId="{BC88E5B2-DF02-4D48-8A94-1271B4301FB7}" destId="{DF116A6F-0D39-B94C-AA87-6B11FC269B0B}" srcOrd="0" destOrd="0" presId="urn:microsoft.com/office/officeart/2005/8/layout/hierarchy1"/>
    <dgm:cxn modelId="{431840D6-8638-D64A-9011-941D27C148B4}" type="presOf" srcId="{C3AE56FD-5057-4421-9A34-DBB4C458287D}" destId="{26C6094A-4795-EA42-A1F3-E44E12948EA0}" srcOrd="0" destOrd="0" presId="urn:microsoft.com/office/officeart/2005/8/layout/hierarchy1"/>
    <dgm:cxn modelId="{447E33DB-2E1B-3949-BD52-77FAD831B8B4}" type="presOf" srcId="{75117E3C-B113-4A0B-BD0D-8168B1C04267}" destId="{7E57BB25-3CD9-8D47-ABB1-DE8D5AD30C35}" srcOrd="0" destOrd="0" presId="urn:microsoft.com/office/officeart/2005/8/layout/hierarchy1"/>
    <dgm:cxn modelId="{5FC172E1-F2BD-244E-A73E-7B99A2BA5589}" type="presOf" srcId="{4CA6A538-9091-44F4-9BF2-E64B5BF5BC9C}" destId="{9A2FBDF7-9739-954D-9A25-0FCABAC9A349}" srcOrd="0" destOrd="0" presId="urn:microsoft.com/office/officeart/2005/8/layout/hierarchy1"/>
    <dgm:cxn modelId="{1C5B7F59-EABC-B649-BC71-92D39563EFEF}" type="presParOf" srcId="{4A6B492A-322A-9445-8F63-F0E4F7F50928}" destId="{516FC0CB-8275-C64E-B751-A8F2B16FD932}" srcOrd="0" destOrd="0" presId="urn:microsoft.com/office/officeart/2005/8/layout/hierarchy1"/>
    <dgm:cxn modelId="{8D60B63A-E3CD-0243-BCBA-1B9C65A395A0}" type="presParOf" srcId="{516FC0CB-8275-C64E-B751-A8F2B16FD932}" destId="{7EFE3F33-D294-8D4E-874B-C8928CC0C62B}" srcOrd="0" destOrd="0" presId="urn:microsoft.com/office/officeart/2005/8/layout/hierarchy1"/>
    <dgm:cxn modelId="{D668F741-8CFF-7D4A-A015-74BC3A0B62A2}" type="presParOf" srcId="{7EFE3F33-D294-8D4E-874B-C8928CC0C62B}" destId="{220FA64B-EE75-AF4B-BE63-DB7436EEC9A1}" srcOrd="0" destOrd="0" presId="urn:microsoft.com/office/officeart/2005/8/layout/hierarchy1"/>
    <dgm:cxn modelId="{55DC9412-4E5D-AF49-80A2-91E8A7092AD1}" type="presParOf" srcId="{7EFE3F33-D294-8D4E-874B-C8928CC0C62B}" destId="{B64CFDE1-3911-4D4A-B6C5-E5CB6783D4EE}" srcOrd="1" destOrd="0" presId="urn:microsoft.com/office/officeart/2005/8/layout/hierarchy1"/>
    <dgm:cxn modelId="{726BF0F7-25FC-7340-B08F-1DBC9F12DBB5}" type="presParOf" srcId="{516FC0CB-8275-C64E-B751-A8F2B16FD932}" destId="{7210FE61-D9C9-9041-99DA-191325C16C32}" srcOrd="1" destOrd="0" presId="urn:microsoft.com/office/officeart/2005/8/layout/hierarchy1"/>
    <dgm:cxn modelId="{B6D6B05D-2B88-6E4D-A185-B382B8D15F7B}" type="presParOf" srcId="{7210FE61-D9C9-9041-99DA-191325C16C32}" destId="{26C6094A-4795-EA42-A1F3-E44E12948EA0}" srcOrd="0" destOrd="0" presId="urn:microsoft.com/office/officeart/2005/8/layout/hierarchy1"/>
    <dgm:cxn modelId="{2E2FA9A8-9300-574C-8EB1-4283F0142920}" type="presParOf" srcId="{7210FE61-D9C9-9041-99DA-191325C16C32}" destId="{EB147CFB-6216-1443-B60D-FE62E56FC954}" srcOrd="1" destOrd="0" presId="urn:microsoft.com/office/officeart/2005/8/layout/hierarchy1"/>
    <dgm:cxn modelId="{71C7F079-6FE7-8948-A653-A6E0197B5320}" type="presParOf" srcId="{EB147CFB-6216-1443-B60D-FE62E56FC954}" destId="{B3C8638D-0490-844A-9D5C-42E1BAB6AB3D}" srcOrd="0" destOrd="0" presId="urn:microsoft.com/office/officeart/2005/8/layout/hierarchy1"/>
    <dgm:cxn modelId="{EB55E9A0-DD52-9B40-9058-B296B550055F}" type="presParOf" srcId="{B3C8638D-0490-844A-9D5C-42E1BAB6AB3D}" destId="{AF72DD82-BEE0-4D43-8902-0C3547777E01}" srcOrd="0" destOrd="0" presId="urn:microsoft.com/office/officeart/2005/8/layout/hierarchy1"/>
    <dgm:cxn modelId="{2C1BE8A1-539A-D04B-A20D-89D4E2435194}" type="presParOf" srcId="{B3C8638D-0490-844A-9D5C-42E1BAB6AB3D}" destId="{9A2FBDF7-9739-954D-9A25-0FCABAC9A349}" srcOrd="1" destOrd="0" presId="urn:microsoft.com/office/officeart/2005/8/layout/hierarchy1"/>
    <dgm:cxn modelId="{8F35F7FE-50B8-094C-9FE8-B3DF3FE46C3B}" type="presParOf" srcId="{EB147CFB-6216-1443-B60D-FE62E56FC954}" destId="{0979B806-D602-9B49-8F4F-DABA392CC170}" srcOrd="1" destOrd="0" presId="urn:microsoft.com/office/officeart/2005/8/layout/hierarchy1"/>
    <dgm:cxn modelId="{EDE80743-B55D-8A4B-9B72-D4049DF8BD6C}" type="presParOf" srcId="{7210FE61-D9C9-9041-99DA-191325C16C32}" destId="{DF116A6F-0D39-B94C-AA87-6B11FC269B0B}" srcOrd="2" destOrd="0" presId="urn:microsoft.com/office/officeart/2005/8/layout/hierarchy1"/>
    <dgm:cxn modelId="{A00F8901-C050-0346-BEFE-BAC4267849DD}" type="presParOf" srcId="{7210FE61-D9C9-9041-99DA-191325C16C32}" destId="{E14149B5-AD32-1548-8636-51D7455BD43F}" srcOrd="3" destOrd="0" presId="urn:microsoft.com/office/officeart/2005/8/layout/hierarchy1"/>
    <dgm:cxn modelId="{197B2885-2810-DD4C-8CEA-CBC2BBBADFDF}" type="presParOf" srcId="{E14149B5-AD32-1548-8636-51D7455BD43F}" destId="{66DFA3F3-7A83-1149-8A3F-D022C56E6BA8}" srcOrd="0" destOrd="0" presId="urn:microsoft.com/office/officeart/2005/8/layout/hierarchy1"/>
    <dgm:cxn modelId="{B603BD9B-9433-3F4F-ACD8-956C97D7821D}" type="presParOf" srcId="{66DFA3F3-7A83-1149-8A3F-D022C56E6BA8}" destId="{A88AF140-B516-1A49-B89A-6C31B2C5230A}" srcOrd="0" destOrd="0" presId="urn:microsoft.com/office/officeart/2005/8/layout/hierarchy1"/>
    <dgm:cxn modelId="{6F7AF2D9-F832-3341-916D-950CB8EE0135}" type="presParOf" srcId="{66DFA3F3-7A83-1149-8A3F-D022C56E6BA8}" destId="{B70FF5EB-B6D5-CF4C-B5E2-59D98DFFF4DE}" srcOrd="1" destOrd="0" presId="urn:microsoft.com/office/officeart/2005/8/layout/hierarchy1"/>
    <dgm:cxn modelId="{C00349BB-8A57-8641-9580-290D2A803059}" type="presParOf" srcId="{E14149B5-AD32-1548-8636-51D7455BD43F}" destId="{5B2C74D9-5985-0648-9DD9-E336D5B5A462}" srcOrd="1" destOrd="0" presId="urn:microsoft.com/office/officeart/2005/8/layout/hierarchy1"/>
    <dgm:cxn modelId="{5317156E-2CFE-0349-B669-71E1050274EF}" type="presParOf" srcId="{7210FE61-D9C9-9041-99DA-191325C16C32}" destId="{03CA8EBA-024B-0541-A99C-48282D8F9B19}" srcOrd="4" destOrd="0" presId="urn:microsoft.com/office/officeart/2005/8/layout/hierarchy1"/>
    <dgm:cxn modelId="{D2825D65-C5EA-AE42-9E38-893ECFD5DFA4}" type="presParOf" srcId="{7210FE61-D9C9-9041-99DA-191325C16C32}" destId="{106664C0-45E9-AD41-B9D3-F8B41363A4D6}" srcOrd="5" destOrd="0" presId="urn:microsoft.com/office/officeart/2005/8/layout/hierarchy1"/>
    <dgm:cxn modelId="{DE23C1C6-BC4F-8748-8FB0-A38DFBA0816E}" type="presParOf" srcId="{106664C0-45E9-AD41-B9D3-F8B41363A4D6}" destId="{5E98C9EB-047A-5442-9759-F1E036492FB8}" srcOrd="0" destOrd="0" presId="urn:microsoft.com/office/officeart/2005/8/layout/hierarchy1"/>
    <dgm:cxn modelId="{611AF2F0-84D1-C740-A9E8-0DF2120CC6C6}" type="presParOf" srcId="{5E98C9EB-047A-5442-9759-F1E036492FB8}" destId="{C39BE1DB-96D5-9642-875C-CA496F764BFA}" srcOrd="0" destOrd="0" presId="urn:microsoft.com/office/officeart/2005/8/layout/hierarchy1"/>
    <dgm:cxn modelId="{11F5A533-E179-504B-8833-E26287CEBD73}" type="presParOf" srcId="{5E98C9EB-047A-5442-9759-F1E036492FB8}" destId="{7E57BB25-3CD9-8D47-ABB1-DE8D5AD30C35}" srcOrd="1" destOrd="0" presId="urn:microsoft.com/office/officeart/2005/8/layout/hierarchy1"/>
    <dgm:cxn modelId="{D2802FC5-AA00-6643-8107-E6494A2AD9C5}" type="presParOf" srcId="{106664C0-45E9-AD41-B9D3-F8B41363A4D6}" destId="{027CB643-7488-BF40-A25E-7A818DF49D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315640-6F8F-4383-A750-A4D704CDB5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E24A9B-AECB-4191-B4BB-2540AE2B5E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</a:t>
          </a:r>
        </a:p>
      </dgm:t>
    </dgm:pt>
    <dgm:pt modelId="{12CDE48D-6268-4677-9EA2-D7C79394395A}" type="parTrans" cxnId="{304E4D38-C050-4F08-B771-1C1C475A9C84}">
      <dgm:prSet/>
      <dgm:spPr/>
      <dgm:t>
        <a:bodyPr/>
        <a:lstStyle/>
        <a:p>
          <a:endParaRPr lang="en-US"/>
        </a:p>
      </dgm:t>
    </dgm:pt>
    <dgm:pt modelId="{DA90A965-74EE-47A8-BE43-87F0803199B1}" type="sibTrans" cxnId="{304E4D38-C050-4F08-B771-1C1C475A9C84}">
      <dgm:prSet/>
      <dgm:spPr/>
      <dgm:t>
        <a:bodyPr/>
        <a:lstStyle/>
        <a:p>
          <a:endParaRPr lang="en-US"/>
        </a:p>
      </dgm:t>
    </dgm:pt>
    <dgm:pt modelId="{B609B4E0-E820-4EDF-8188-105C12A8EC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Background</a:t>
          </a:r>
        </a:p>
      </dgm:t>
    </dgm:pt>
    <dgm:pt modelId="{772F638A-8C12-4923-8757-D2B3B10950D5}" type="parTrans" cxnId="{5F77A6CD-F1AF-4F8E-B685-E0569EDFABFA}">
      <dgm:prSet/>
      <dgm:spPr/>
      <dgm:t>
        <a:bodyPr/>
        <a:lstStyle/>
        <a:p>
          <a:endParaRPr lang="en-US"/>
        </a:p>
      </dgm:t>
    </dgm:pt>
    <dgm:pt modelId="{07917D35-FA5B-4913-AE82-1F0C1D0379FD}" type="sibTrans" cxnId="{5F77A6CD-F1AF-4F8E-B685-E0569EDFABFA}">
      <dgm:prSet/>
      <dgm:spPr/>
      <dgm:t>
        <a:bodyPr/>
        <a:lstStyle/>
        <a:p>
          <a:endParaRPr lang="en-US"/>
        </a:p>
      </dgm:t>
    </dgm:pt>
    <dgm:pt modelId="{073A4140-3187-40E9-992E-5B3FEB0E4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Problem Statement</a:t>
          </a:r>
        </a:p>
      </dgm:t>
    </dgm:pt>
    <dgm:pt modelId="{03FF0EBD-1F51-4238-A7BA-46D58349B13A}" type="parTrans" cxnId="{5CD72FBB-70B9-43BF-9B1F-96AC594E2B18}">
      <dgm:prSet/>
      <dgm:spPr/>
      <dgm:t>
        <a:bodyPr/>
        <a:lstStyle/>
        <a:p>
          <a:endParaRPr lang="en-US"/>
        </a:p>
      </dgm:t>
    </dgm:pt>
    <dgm:pt modelId="{FDA4106D-AAC1-45D0-8472-B005F2B003BA}" type="sibTrans" cxnId="{5CD72FBB-70B9-43BF-9B1F-96AC594E2B18}">
      <dgm:prSet/>
      <dgm:spPr/>
      <dgm:t>
        <a:bodyPr/>
        <a:lstStyle/>
        <a:p>
          <a:endParaRPr lang="en-US"/>
        </a:p>
      </dgm:t>
    </dgm:pt>
    <dgm:pt modelId="{0B3ABC80-5C18-4DB3-8826-56B37E2444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Scope </a:t>
          </a:r>
        </a:p>
      </dgm:t>
    </dgm:pt>
    <dgm:pt modelId="{A66D994E-84B9-4AE3-90A0-DF042585E78F}" type="parTrans" cxnId="{A54A3042-CEA0-4147-955B-F99C380D2C99}">
      <dgm:prSet/>
      <dgm:spPr/>
      <dgm:t>
        <a:bodyPr/>
        <a:lstStyle/>
        <a:p>
          <a:endParaRPr lang="en-US"/>
        </a:p>
      </dgm:t>
    </dgm:pt>
    <dgm:pt modelId="{0092E1A5-1445-45CB-98E5-305C36BC38D1}" type="sibTrans" cxnId="{A54A3042-CEA0-4147-955B-F99C380D2C99}">
      <dgm:prSet/>
      <dgm:spPr/>
      <dgm:t>
        <a:bodyPr/>
        <a:lstStyle/>
        <a:p>
          <a:endParaRPr lang="en-US"/>
        </a:p>
      </dgm:t>
    </dgm:pt>
    <dgm:pt modelId="{27BA0017-3734-4697-B941-FE9BC6ED68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Limitation</a:t>
          </a:r>
        </a:p>
      </dgm:t>
    </dgm:pt>
    <dgm:pt modelId="{2555F3E9-A79E-4673-83F0-BE0863A14155}" type="parTrans" cxnId="{FF430365-192B-4FBC-AB03-4E375721FDE9}">
      <dgm:prSet/>
      <dgm:spPr/>
      <dgm:t>
        <a:bodyPr/>
        <a:lstStyle/>
        <a:p>
          <a:endParaRPr lang="en-US"/>
        </a:p>
      </dgm:t>
    </dgm:pt>
    <dgm:pt modelId="{D9275F22-8DA6-4B1E-ADF6-575CD9CA7862}" type="sibTrans" cxnId="{FF430365-192B-4FBC-AB03-4E375721FDE9}">
      <dgm:prSet/>
      <dgm:spPr/>
      <dgm:t>
        <a:bodyPr/>
        <a:lstStyle/>
        <a:p>
          <a:endParaRPr lang="en-US"/>
        </a:p>
      </dgm:t>
    </dgm:pt>
    <dgm:pt modelId="{CA19DDE8-E663-45B4-A927-1A25FBF13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Literature Review</a:t>
          </a:r>
        </a:p>
      </dgm:t>
    </dgm:pt>
    <dgm:pt modelId="{6DE35887-023D-43EE-AB9B-6F31D1368209}" type="parTrans" cxnId="{6D74C8F3-F677-4078-80CF-5271C0FC192D}">
      <dgm:prSet/>
      <dgm:spPr/>
      <dgm:t>
        <a:bodyPr/>
        <a:lstStyle/>
        <a:p>
          <a:endParaRPr lang="en-US"/>
        </a:p>
      </dgm:t>
    </dgm:pt>
    <dgm:pt modelId="{DB31FC5A-706F-4407-8076-A718B2981C44}" type="sibTrans" cxnId="{6D74C8F3-F677-4078-80CF-5271C0FC192D}">
      <dgm:prSet/>
      <dgm:spPr/>
      <dgm:t>
        <a:bodyPr/>
        <a:lstStyle/>
        <a:p>
          <a:endParaRPr lang="en-US"/>
        </a:p>
      </dgm:t>
    </dgm:pt>
    <dgm:pt modelId="{13942576-4451-4FCA-885A-D769270EA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Expected Results</a:t>
          </a:r>
        </a:p>
      </dgm:t>
    </dgm:pt>
    <dgm:pt modelId="{1B258920-CE0C-448D-8809-C8D62A3AF9BA}" type="parTrans" cxnId="{F29D19C1-DF7B-4290-97D4-117530F7867C}">
      <dgm:prSet/>
      <dgm:spPr/>
      <dgm:t>
        <a:bodyPr/>
        <a:lstStyle/>
        <a:p>
          <a:endParaRPr lang="en-US"/>
        </a:p>
      </dgm:t>
    </dgm:pt>
    <dgm:pt modelId="{1508FD53-E1B4-423B-B201-05090BFE8BE4}" type="sibTrans" cxnId="{F29D19C1-DF7B-4290-97D4-117530F7867C}">
      <dgm:prSet/>
      <dgm:spPr/>
      <dgm:t>
        <a:bodyPr/>
        <a:lstStyle/>
        <a:p>
          <a:endParaRPr lang="en-US"/>
        </a:p>
      </dgm:t>
    </dgm:pt>
    <dgm:pt modelId="{9BC16F46-8BBA-D24F-AEBD-54B9A0D135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least 10 articles</a:t>
          </a:r>
        </a:p>
      </dgm:t>
    </dgm:pt>
    <dgm:pt modelId="{1E0E39E9-D8F5-714F-9539-AE86FC9CA837}" type="parTrans" cxnId="{FECB00C4-250C-254C-9480-DABF93C4ABD6}">
      <dgm:prSet/>
      <dgm:spPr/>
      <dgm:t>
        <a:bodyPr/>
        <a:lstStyle/>
        <a:p>
          <a:endParaRPr lang="en-GB"/>
        </a:p>
      </dgm:t>
    </dgm:pt>
    <dgm:pt modelId="{0BEB990B-8FDE-914A-8E4E-943662756B3C}" type="sibTrans" cxnId="{FECB00C4-250C-254C-9480-DABF93C4ABD6}">
      <dgm:prSet/>
      <dgm:spPr/>
      <dgm:t>
        <a:bodyPr/>
        <a:lstStyle/>
        <a:p>
          <a:endParaRPr lang="en-GB"/>
        </a:p>
      </dgm:t>
    </dgm:pt>
    <dgm:pt modelId="{D541E466-F8BF-BC45-B8A5-6E904EE98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Objectives</a:t>
          </a:r>
        </a:p>
      </dgm:t>
    </dgm:pt>
    <dgm:pt modelId="{AED231EA-3C0C-F448-AFB1-98ECD85A94C4}" type="parTrans" cxnId="{556CE87E-F6A4-C74F-8F12-2973768064CF}">
      <dgm:prSet/>
      <dgm:spPr/>
      <dgm:t>
        <a:bodyPr/>
        <a:lstStyle/>
        <a:p>
          <a:endParaRPr lang="en-GB"/>
        </a:p>
      </dgm:t>
    </dgm:pt>
    <dgm:pt modelId="{FE8C9076-92CF-C44C-9E36-F7C8215B7B65}" type="sibTrans" cxnId="{556CE87E-F6A4-C74F-8F12-2973768064CF}">
      <dgm:prSet/>
      <dgm:spPr/>
      <dgm:t>
        <a:bodyPr/>
        <a:lstStyle/>
        <a:p>
          <a:endParaRPr lang="en-GB"/>
        </a:p>
      </dgm:t>
    </dgm:pt>
    <dgm:pt modelId="{0852B208-C90A-C145-BBC2-87142475128F}" type="pres">
      <dgm:prSet presAssocID="{26315640-6F8F-4383-A750-A4D704CDB538}" presName="linear" presStyleCnt="0">
        <dgm:presLayoutVars>
          <dgm:animLvl val="lvl"/>
          <dgm:resizeHandles val="exact"/>
        </dgm:presLayoutVars>
      </dgm:prSet>
      <dgm:spPr/>
    </dgm:pt>
    <dgm:pt modelId="{0A4DC175-E786-BD48-91A7-644EC9F61947}" type="pres">
      <dgm:prSet presAssocID="{83E24A9B-AECB-4191-B4BB-2540AE2B5E3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467A572-6296-1D45-B521-6981D306914E}" type="pres">
      <dgm:prSet presAssocID="{83E24A9B-AECB-4191-B4BB-2540AE2B5E35}" presName="childText" presStyleLbl="revTx" presStyleIdx="0" presStyleCnt="2">
        <dgm:presLayoutVars>
          <dgm:bulletEnabled val="1"/>
        </dgm:presLayoutVars>
      </dgm:prSet>
      <dgm:spPr/>
    </dgm:pt>
    <dgm:pt modelId="{799139A2-1551-D74A-A90B-F8F24B4B6721}" type="pres">
      <dgm:prSet presAssocID="{CA19DDE8-E663-45B4-A927-1A25FBF13D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1D12EE5-5E0A-F04B-AC7E-7F08F76067F8}" type="pres">
      <dgm:prSet presAssocID="{CA19DDE8-E663-45B4-A927-1A25FBF13D0B}" presName="childText" presStyleLbl="revTx" presStyleIdx="1" presStyleCnt="2">
        <dgm:presLayoutVars>
          <dgm:bulletEnabled val="1"/>
        </dgm:presLayoutVars>
      </dgm:prSet>
      <dgm:spPr/>
    </dgm:pt>
    <dgm:pt modelId="{B513D174-13CA-0E4A-A18C-AF21EB1661BB}" type="pres">
      <dgm:prSet presAssocID="{13942576-4451-4FCA-885A-D769270EA61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84F9E1B-2BB3-014F-869E-DE74B426562F}" type="presOf" srcId="{13942576-4451-4FCA-885A-D769270EA61A}" destId="{B513D174-13CA-0E4A-A18C-AF21EB1661BB}" srcOrd="0" destOrd="0" presId="urn:microsoft.com/office/officeart/2005/8/layout/vList2"/>
    <dgm:cxn modelId="{A018A625-FE14-F74F-8024-3C9A2FF8DF4F}" type="presOf" srcId="{0B3ABC80-5C18-4DB3-8826-56B37E244441}" destId="{D467A572-6296-1D45-B521-6981D306914E}" srcOrd="0" destOrd="3" presId="urn:microsoft.com/office/officeart/2005/8/layout/vList2"/>
    <dgm:cxn modelId="{7B445832-F1EE-254D-99D3-A41D0C8B887A}" type="presOf" srcId="{073A4140-3187-40E9-992E-5B3FEB0E49AF}" destId="{D467A572-6296-1D45-B521-6981D306914E}" srcOrd="0" destOrd="1" presId="urn:microsoft.com/office/officeart/2005/8/layout/vList2"/>
    <dgm:cxn modelId="{E25E0234-77E4-2441-8ECB-8FF512DEAAFB}" type="presOf" srcId="{83E24A9B-AECB-4191-B4BB-2540AE2B5E35}" destId="{0A4DC175-E786-BD48-91A7-644EC9F61947}" srcOrd="0" destOrd="0" presId="urn:microsoft.com/office/officeart/2005/8/layout/vList2"/>
    <dgm:cxn modelId="{5729E035-010D-294B-B795-7B594F0E3FCB}" type="presOf" srcId="{CA19DDE8-E663-45B4-A927-1A25FBF13D0B}" destId="{799139A2-1551-D74A-A90B-F8F24B4B6721}" srcOrd="0" destOrd="0" presId="urn:microsoft.com/office/officeart/2005/8/layout/vList2"/>
    <dgm:cxn modelId="{304E4D38-C050-4F08-B771-1C1C475A9C84}" srcId="{26315640-6F8F-4383-A750-A4D704CDB538}" destId="{83E24A9B-AECB-4191-B4BB-2540AE2B5E35}" srcOrd="0" destOrd="0" parTransId="{12CDE48D-6268-4677-9EA2-D7C79394395A}" sibTransId="{DA90A965-74EE-47A8-BE43-87F0803199B1}"/>
    <dgm:cxn modelId="{A54A3042-CEA0-4147-955B-F99C380D2C99}" srcId="{83E24A9B-AECB-4191-B4BB-2540AE2B5E35}" destId="{0B3ABC80-5C18-4DB3-8826-56B37E244441}" srcOrd="3" destOrd="0" parTransId="{A66D994E-84B9-4AE3-90A0-DF042585E78F}" sibTransId="{0092E1A5-1445-45CB-98E5-305C36BC38D1}"/>
    <dgm:cxn modelId="{FF430365-192B-4FBC-AB03-4E375721FDE9}" srcId="{83E24A9B-AECB-4191-B4BB-2540AE2B5E35}" destId="{27BA0017-3734-4697-B941-FE9BC6ED68B9}" srcOrd="4" destOrd="0" parTransId="{2555F3E9-A79E-4673-83F0-BE0863A14155}" sibTransId="{D9275F22-8DA6-4B1E-ADF6-575CD9CA7862}"/>
    <dgm:cxn modelId="{78FEB474-6A10-9A45-B637-D5EF6CA2A29C}" type="presOf" srcId="{D541E466-F8BF-BC45-B8A5-6E904EE9861A}" destId="{D467A572-6296-1D45-B521-6981D306914E}" srcOrd="0" destOrd="2" presId="urn:microsoft.com/office/officeart/2005/8/layout/vList2"/>
    <dgm:cxn modelId="{443E6F78-8781-2945-B3E2-191275BE0E09}" type="presOf" srcId="{B609B4E0-E820-4EDF-8188-105C12A8ECA0}" destId="{D467A572-6296-1D45-B521-6981D306914E}" srcOrd="0" destOrd="0" presId="urn:microsoft.com/office/officeart/2005/8/layout/vList2"/>
    <dgm:cxn modelId="{556CE87E-F6A4-C74F-8F12-2973768064CF}" srcId="{83E24A9B-AECB-4191-B4BB-2540AE2B5E35}" destId="{D541E466-F8BF-BC45-B8A5-6E904EE9861A}" srcOrd="2" destOrd="0" parTransId="{AED231EA-3C0C-F448-AFB1-98ECD85A94C4}" sibTransId="{FE8C9076-92CF-C44C-9E36-F7C8215B7B65}"/>
    <dgm:cxn modelId="{706812B9-3E43-9D48-97B2-4F4EC58F557E}" type="presOf" srcId="{26315640-6F8F-4383-A750-A4D704CDB538}" destId="{0852B208-C90A-C145-BBC2-87142475128F}" srcOrd="0" destOrd="0" presId="urn:microsoft.com/office/officeart/2005/8/layout/vList2"/>
    <dgm:cxn modelId="{5CD72FBB-70B9-43BF-9B1F-96AC594E2B18}" srcId="{83E24A9B-AECB-4191-B4BB-2540AE2B5E35}" destId="{073A4140-3187-40E9-992E-5B3FEB0E49AF}" srcOrd="1" destOrd="0" parTransId="{03FF0EBD-1F51-4238-A7BA-46D58349B13A}" sibTransId="{FDA4106D-AAC1-45D0-8472-B005F2B003BA}"/>
    <dgm:cxn modelId="{F29D19C1-DF7B-4290-97D4-117530F7867C}" srcId="{26315640-6F8F-4383-A750-A4D704CDB538}" destId="{13942576-4451-4FCA-885A-D769270EA61A}" srcOrd="2" destOrd="0" parTransId="{1B258920-CE0C-448D-8809-C8D62A3AF9BA}" sibTransId="{1508FD53-E1B4-423B-B201-05090BFE8BE4}"/>
    <dgm:cxn modelId="{FECB00C4-250C-254C-9480-DABF93C4ABD6}" srcId="{CA19DDE8-E663-45B4-A927-1A25FBF13D0B}" destId="{9BC16F46-8BBA-D24F-AEBD-54B9A0D1356C}" srcOrd="0" destOrd="0" parTransId="{1E0E39E9-D8F5-714F-9539-AE86FC9CA837}" sibTransId="{0BEB990B-8FDE-914A-8E4E-943662756B3C}"/>
    <dgm:cxn modelId="{5F77A6CD-F1AF-4F8E-B685-E0569EDFABFA}" srcId="{83E24A9B-AECB-4191-B4BB-2540AE2B5E35}" destId="{B609B4E0-E820-4EDF-8188-105C12A8ECA0}" srcOrd="0" destOrd="0" parTransId="{772F638A-8C12-4923-8757-D2B3B10950D5}" sibTransId="{07917D35-FA5B-4913-AE82-1F0C1D0379FD}"/>
    <dgm:cxn modelId="{B5C3B9D4-CB57-B44E-BD15-287C4B9DD7DE}" type="presOf" srcId="{27BA0017-3734-4697-B941-FE9BC6ED68B9}" destId="{D467A572-6296-1D45-B521-6981D306914E}" srcOrd="0" destOrd="4" presId="urn:microsoft.com/office/officeart/2005/8/layout/vList2"/>
    <dgm:cxn modelId="{90880CDD-6BB0-EF4E-A61E-67DFCFC0837B}" type="presOf" srcId="{9BC16F46-8BBA-D24F-AEBD-54B9A0D1356C}" destId="{F1D12EE5-5E0A-F04B-AC7E-7F08F76067F8}" srcOrd="0" destOrd="0" presId="urn:microsoft.com/office/officeart/2005/8/layout/vList2"/>
    <dgm:cxn modelId="{6D74C8F3-F677-4078-80CF-5271C0FC192D}" srcId="{26315640-6F8F-4383-A750-A4D704CDB538}" destId="{CA19DDE8-E663-45B4-A927-1A25FBF13D0B}" srcOrd="1" destOrd="0" parTransId="{6DE35887-023D-43EE-AB9B-6F31D1368209}" sibTransId="{DB31FC5A-706F-4407-8076-A718B2981C44}"/>
    <dgm:cxn modelId="{6B63A3D8-7C3A-8E4D-965E-51216DAAD6A4}" type="presParOf" srcId="{0852B208-C90A-C145-BBC2-87142475128F}" destId="{0A4DC175-E786-BD48-91A7-644EC9F61947}" srcOrd="0" destOrd="0" presId="urn:microsoft.com/office/officeart/2005/8/layout/vList2"/>
    <dgm:cxn modelId="{E5A3BF48-50B7-3644-A231-6267A3C89C2A}" type="presParOf" srcId="{0852B208-C90A-C145-BBC2-87142475128F}" destId="{D467A572-6296-1D45-B521-6981D306914E}" srcOrd="1" destOrd="0" presId="urn:microsoft.com/office/officeart/2005/8/layout/vList2"/>
    <dgm:cxn modelId="{452A8ECA-719E-184B-A351-28BA1A311324}" type="presParOf" srcId="{0852B208-C90A-C145-BBC2-87142475128F}" destId="{799139A2-1551-D74A-A90B-F8F24B4B6721}" srcOrd="2" destOrd="0" presId="urn:microsoft.com/office/officeart/2005/8/layout/vList2"/>
    <dgm:cxn modelId="{5FC6C418-A94E-294F-801B-F73C42CDF72C}" type="presParOf" srcId="{0852B208-C90A-C145-BBC2-87142475128F}" destId="{F1D12EE5-5E0A-F04B-AC7E-7F08F76067F8}" srcOrd="3" destOrd="0" presId="urn:microsoft.com/office/officeart/2005/8/layout/vList2"/>
    <dgm:cxn modelId="{A4CA3839-D84D-3C48-A61E-ADF6D4855162}" type="presParOf" srcId="{0852B208-C90A-C145-BBC2-87142475128F}" destId="{B513D174-13CA-0E4A-A18C-AF21EB1661B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01EB2-6FD7-8246-B3AA-027C2096CD24}">
      <dsp:nvSpPr>
        <dsp:cNvPr id="0" name=""/>
        <dsp:cNvSpPr/>
      </dsp:nvSpPr>
      <dsp:spPr>
        <a:xfrm>
          <a:off x="3218687" y="1023"/>
          <a:ext cx="3621024" cy="595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/>
            <a:t>Introduction</a:t>
          </a:r>
          <a:endParaRPr lang="en-US" sz="3000" kern="1200"/>
        </a:p>
      </dsp:txBody>
      <dsp:txXfrm>
        <a:off x="3247770" y="30106"/>
        <a:ext cx="3562858" cy="537604"/>
      </dsp:txXfrm>
    </dsp:sp>
    <dsp:sp modelId="{D8800A2E-72D7-A84D-9AE8-9EC4B1A56C00}">
      <dsp:nvSpPr>
        <dsp:cNvPr id="0" name=""/>
        <dsp:cNvSpPr/>
      </dsp:nvSpPr>
      <dsp:spPr>
        <a:xfrm>
          <a:off x="3218687" y="626582"/>
          <a:ext cx="3621024" cy="5957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Problem statements</a:t>
          </a:r>
          <a:endParaRPr lang="en-US" sz="3000" kern="1200" dirty="0"/>
        </a:p>
      </dsp:txBody>
      <dsp:txXfrm>
        <a:off x="3247770" y="655665"/>
        <a:ext cx="3562858" cy="537604"/>
      </dsp:txXfrm>
    </dsp:sp>
    <dsp:sp modelId="{1DCA2EBE-CDAE-2D46-BCCC-949669248A2B}">
      <dsp:nvSpPr>
        <dsp:cNvPr id="0" name=""/>
        <dsp:cNvSpPr/>
      </dsp:nvSpPr>
      <dsp:spPr>
        <a:xfrm>
          <a:off x="3218687" y="1252141"/>
          <a:ext cx="3621024" cy="5957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Objectives</a:t>
          </a:r>
          <a:endParaRPr lang="en-US" sz="3000" kern="1200" dirty="0"/>
        </a:p>
      </dsp:txBody>
      <dsp:txXfrm>
        <a:off x="3247770" y="1281224"/>
        <a:ext cx="3562858" cy="537604"/>
      </dsp:txXfrm>
    </dsp:sp>
    <dsp:sp modelId="{F650F6D9-D439-814A-8DA9-52690AEC6081}">
      <dsp:nvSpPr>
        <dsp:cNvPr id="0" name=""/>
        <dsp:cNvSpPr/>
      </dsp:nvSpPr>
      <dsp:spPr>
        <a:xfrm>
          <a:off x="3218687" y="1877700"/>
          <a:ext cx="3621024" cy="5957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Method</a:t>
          </a:r>
          <a:endParaRPr lang="en-US" sz="3000" kern="1200" dirty="0"/>
        </a:p>
      </dsp:txBody>
      <dsp:txXfrm>
        <a:off x="3247770" y="1906783"/>
        <a:ext cx="3562858" cy="537604"/>
      </dsp:txXfrm>
    </dsp:sp>
    <dsp:sp modelId="{47077F8A-C98E-4F4D-A0B2-1BCCD317F342}">
      <dsp:nvSpPr>
        <dsp:cNvPr id="0" name=""/>
        <dsp:cNvSpPr/>
      </dsp:nvSpPr>
      <dsp:spPr>
        <a:xfrm>
          <a:off x="3218687" y="2503259"/>
          <a:ext cx="3621024" cy="59577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Results</a:t>
          </a:r>
        </a:p>
      </dsp:txBody>
      <dsp:txXfrm>
        <a:off x="3247770" y="2532342"/>
        <a:ext cx="3562858" cy="537604"/>
      </dsp:txXfrm>
    </dsp:sp>
    <dsp:sp modelId="{977B052F-6A0C-214F-8809-9E2300B97928}">
      <dsp:nvSpPr>
        <dsp:cNvPr id="0" name=""/>
        <dsp:cNvSpPr/>
      </dsp:nvSpPr>
      <dsp:spPr>
        <a:xfrm>
          <a:off x="3218687" y="3128818"/>
          <a:ext cx="3621024" cy="595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/>
            <a:t>Conclusion</a:t>
          </a:r>
          <a:endParaRPr lang="en-US" sz="3000" kern="1200"/>
        </a:p>
      </dsp:txBody>
      <dsp:txXfrm>
        <a:off x="3247770" y="3157901"/>
        <a:ext cx="3562858" cy="537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A8EBA-024B-0541-A99C-48282D8F9B19}">
      <dsp:nvSpPr>
        <dsp:cNvPr id="0" name=""/>
        <dsp:cNvSpPr/>
      </dsp:nvSpPr>
      <dsp:spPr>
        <a:xfrm>
          <a:off x="4905066" y="1419958"/>
          <a:ext cx="2730944" cy="649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847"/>
              </a:lnTo>
              <a:lnTo>
                <a:pt x="2730944" y="442847"/>
              </a:lnTo>
              <a:lnTo>
                <a:pt x="2730944" y="6498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16A6F-0D39-B94C-AA87-6B11FC269B0B}">
      <dsp:nvSpPr>
        <dsp:cNvPr id="0" name=""/>
        <dsp:cNvSpPr/>
      </dsp:nvSpPr>
      <dsp:spPr>
        <a:xfrm>
          <a:off x="4859346" y="1419958"/>
          <a:ext cx="91440" cy="649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98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6094A-4795-EA42-A1F3-E44E12948EA0}">
      <dsp:nvSpPr>
        <dsp:cNvPr id="0" name=""/>
        <dsp:cNvSpPr/>
      </dsp:nvSpPr>
      <dsp:spPr>
        <a:xfrm>
          <a:off x="2174122" y="1419958"/>
          <a:ext cx="2730944" cy="649840"/>
        </a:xfrm>
        <a:custGeom>
          <a:avLst/>
          <a:gdLst/>
          <a:ahLst/>
          <a:cxnLst/>
          <a:rect l="0" t="0" r="0" b="0"/>
          <a:pathLst>
            <a:path>
              <a:moveTo>
                <a:pt x="2730944" y="0"/>
              </a:moveTo>
              <a:lnTo>
                <a:pt x="2730944" y="442847"/>
              </a:lnTo>
              <a:lnTo>
                <a:pt x="0" y="442847"/>
              </a:lnTo>
              <a:lnTo>
                <a:pt x="0" y="6498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0FA64B-EE75-AF4B-BE63-DB7436EEC9A1}">
      <dsp:nvSpPr>
        <dsp:cNvPr id="0" name=""/>
        <dsp:cNvSpPr/>
      </dsp:nvSpPr>
      <dsp:spPr>
        <a:xfrm>
          <a:off x="3787861" y="1109"/>
          <a:ext cx="2234408" cy="1418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4CFDE1-3911-4D4A-B6C5-E5CB6783D4EE}">
      <dsp:nvSpPr>
        <dsp:cNvPr id="0" name=""/>
        <dsp:cNvSpPr/>
      </dsp:nvSpPr>
      <dsp:spPr>
        <a:xfrm>
          <a:off x="4036129" y="23696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The objectives of the research are: </a:t>
          </a:r>
          <a:endParaRPr lang="en-US" sz="1400" kern="1200" dirty="0"/>
        </a:p>
      </dsp:txBody>
      <dsp:txXfrm>
        <a:off x="4077686" y="278520"/>
        <a:ext cx="2151294" cy="1335735"/>
      </dsp:txXfrm>
    </dsp:sp>
    <dsp:sp modelId="{AF72DD82-BEE0-4D43-8902-0C3547777E01}">
      <dsp:nvSpPr>
        <dsp:cNvPr id="0" name=""/>
        <dsp:cNvSpPr/>
      </dsp:nvSpPr>
      <dsp:spPr>
        <a:xfrm>
          <a:off x="1056917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2FBDF7-9739-954D-9A25-0FCABAC9A349}">
      <dsp:nvSpPr>
        <dsp:cNvPr id="0" name=""/>
        <dsp:cNvSpPr/>
      </dsp:nvSpPr>
      <dsp:spPr>
        <a:xfrm>
          <a:off x="1305185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To design/study ….</a:t>
          </a:r>
          <a:endParaRPr lang="en-US" sz="1400" kern="1200" dirty="0"/>
        </a:p>
      </dsp:txBody>
      <dsp:txXfrm>
        <a:off x="1346742" y="2347210"/>
        <a:ext cx="2151294" cy="1335735"/>
      </dsp:txXfrm>
    </dsp:sp>
    <dsp:sp modelId="{A88AF140-B516-1A49-B89A-6C31B2C5230A}">
      <dsp:nvSpPr>
        <dsp:cNvPr id="0" name=""/>
        <dsp:cNvSpPr/>
      </dsp:nvSpPr>
      <dsp:spPr>
        <a:xfrm>
          <a:off x="3787861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0FF5EB-B6D5-CF4C-B5E2-59D98DFFF4DE}">
      <dsp:nvSpPr>
        <dsp:cNvPr id="0" name=""/>
        <dsp:cNvSpPr/>
      </dsp:nvSpPr>
      <dsp:spPr>
        <a:xfrm>
          <a:off x="4036129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To implement/apply/develop …</a:t>
          </a:r>
          <a:endParaRPr lang="en-US" sz="1400" kern="1200" dirty="0"/>
        </a:p>
      </dsp:txBody>
      <dsp:txXfrm>
        <a:off x="4077686" y="2347210"/>
        <a:ext cx="2151294" cy="1335735"/>
      </dsp:txXfrm>
    </dsp:sp>
    <dsp:sp modelId="{C39BE1DB-96D5-9642-875C-CA496F764BFA}">
      <dsp:nvSpPr>
        <dsp:cNvPr id="0" name=""/>
        <dsp:cNvSpPr/>
      </dsp:nvSpPr>
      <dsp:spPr>
        <a:xfrm>
          <a:off x="6518805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E57BB25-3CD9-8D47-ABB1-DE8D5AD30C35}">
      <dsp:nvSpPr>
        <dsp:cNvPr id="0" name=""/>
        <dsp:cNvSpPr/>
      </dsp:nvSpPr>
      <dsp:spPr>
        <a:xfrm>
          <a:off x="6767073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To test ….</a:t>
          </a:r>
          <a:endParaRPr lang="en-US" sz="1400" kern="1200" dirty="0"/>
        </a:p>
      </dsp:txBody>
      <dsp:txXfrm>
        <a:off x="6808630" y="2347210"/>
        <a:ext cx="2151294" cy="13357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DC175-E786-BD48-91A7-644EC9F61947}">
      <dsp:nvSpPr>
        <dsp:cNvPr id="0" name=""/>
        <dsp:cNvSpPr/>
      </dsp:nvSpPr>
      <dsp:spPr>
        <a:xfrm>
          <a:off x="0" y="78079"/>
          <a:ext cx="5906181" cy="786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Introduction</a:t>
          </a:r>
        </a:p>
      </dsp:txBody>
      <dsp:txXfrm>
        <a:off x="38381" y="116460"/>
        <a:ext cx="5829419" cy="709478"/>
      </dsp:txXfrm>
    </dsp:sp>
    <dsp:sp modelId="{D467A572-6296-1D45-B521-6981D306914E}">
      <dsp:nvSpPr>
        <dsp:cNvPr id="0" name=""/>
        <dsp:cNvSpPr/>
      </dsp:nvSpPr>
      <dsp:spPr>
        <a:xfrm>
          <a:off x="0" y="864319"/>
          <a:ext cx="5906181" cy="218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Background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Problem Statement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Objectives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Scope 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Limitation</a:t>
          </a:r>
        </a:p>
      </dsp:txBody>
      <dsp:txXfrm>
        <a:off x="0" y="864319"/>
        <a:ext cx="5906181" cy="2185920"/>
      </dsp:txXfrm>
    </dsp:sp>
    <dsp:sp modelId="{799139A2-1551-D74A-A90B-F8F24B4B6721}">
      <dsp:nvSpPr>
        <dsp:cNvPr id="0" name=""/>
        <dsp:cNvSpPr/>
      </dsp:nvSpPr>
      <dsp:spPr>
        <a:xfrm>
          <a:off x="0" y="3050239"/>
          <a:ext cx="5906181" cy="786240"/>
        </a:xfrm>
        <a:prstGeom prst="roundRect">
          <a:avLst/>
        </a:prstGeom>
        <a:solidFill>
          <a:schemeClr val="accent2">
            <a:hueOff val="740794"/>
            <a:satOff val="-17946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Literature Review</a:t>
          </a:r>
        </a:p>
      </dsp:txBody>
      <dsp:txXfrm>
        <a:off x="38381" y="3088620"/>
        <a:ext cx="5829419" cy="709478"/>
      </dsp:txXfrm>
    </dsp:sp>
    <dsp:sp modelId="{F1D12EE5-5E0A-F04B-AC7E-7F08F76067F8}">
      <dsp:nvSpPr>
        <dsp:cNvPr id="0" name=""/>
        <dsp:cNvSpPr/>
      </dsp:nvSpPr>
      <dsp:spPr>
        <a:xfrm>
          <a:off x="0" y="3836479"/>
          <a:ext cx="5906181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/>
            <a:t>At least 10 articles</a:t>
          </a:r>
        </a:p>
      </dsp:txBody>
      <dsp:txXfrm>
        <a:off x="0" y="3836479"/>
        <a:ext cx="5906181" cy="529920"/>
      </dsp:txXfrm>
    </dsp:sp>
    <dsp:sp modelId="{B513D174-13CA-0E4A-A18C-AF21EB1661BB}">
      <dsp:nvSpPr>
        <dsp:cNvPr id="0" name=""/>
        <dsp:cNvSpPr/>
      </dsp:nvSpPr>
      <dsp:spPr>
        <a:xfrm>
          <a:off x="0" y="4366399"/>
          <a:ext cx="5906181" cy="786240"/>
        </a:xfrm>
        <a:prstGeom prst="roundRect">
          <a:avLst/>
        </a:prstGeom>
        <a:solidFill>
          <a:schemeClr val="accent2">
            <a:hueOff val="1481588"/>
            <a:satOff val="-35892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Expected Results</a:t>
          </a:r>
        </a:p>
      </dsp:txBody>
      <dsp:txXfrm>
        <a:off x="38381" y="4404780"/>
        <a:ext cx="5829419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/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10/2/26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7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8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9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0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4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716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 spc="7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l">
              <a:defRPr sz="1000" spc="7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3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200" i="0" kern="1200" cap="none" spc="13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 spc="1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 spc="1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 spc="1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 spc="1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 spc="1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4ECB1-4DD4-439D-9379-BAD7290AF9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9215" b="651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8B96A-1021-4C43-A0E5-F68D11998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US" dirty="0"/>
              <a:t>FINAL YEAR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2596D-7176-F043-A990-35DCA6F6D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500" dirty="0">
                <a:solidFill>
                  <a:schemeClr val="tx1"/>
                </a:solidFill>
              </a:rPr>
              <a:t>SESSION 2026/2027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1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BED5A-E98E-4DA0-BAA5-4F6AB24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B94A-E40E-48CE-BD7B-C1A30AE57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982" y="488542"/>
            <a:ext cx="11244036" cy="5880916"/>
          </a:xfrm>
          <a:prstGeom prst="rect">
            <a:avLst/>
          </a:prstGeom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EC5CA6-6479-49D5-B4B5-5643D26B8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84442" y="2057401"/>
            <a:ext cx="0" cy="2743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26337-5AA4-470D-9687-5907CB53B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685800"/>
            <a:ext cx="10853928" cy="5486400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7B168-F606-3541-BFBB-0657D0CC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1000370"/>
            <a:ext cx="3462079" cy="485726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714F-BCD3-4D4C-AE9A-516285406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691" y="1000370"/>
            <a:ext cx="6212310" cy="485726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Should include</a:t>
            </a:r>
          </a:p>
          <a:p>
            <a:pPr lvl="1"/>
            <a:r>
              <a:rPr lang="en-US" sz="1800" dirty="0"/>
              <a:t>Objective</a:t>
            </a:r>
          </a:p>
          <a:p>
            <a:pPr lvl="1"/>
            <a:r>
              <a:rPr lang="en-US" sz="1800" dirty="0"/>
              <a:t>Method</a:t>
            </a:r>
          </a:p>
          <a:p>
            <a:pPr lvl="1"/>
            <a:r>
              <a:rPr lang="en-US" sz="1800" dirty="0"/>
              <a:t>Contribution</a:t>
            </a:r>
          </a:p>
        </p:txBody>
      </p:sp>
    </p:spTree>
    <p:extLst>
      <p:ext uri="{BB962C8B-B14F-4D97-AF65-F5344CB8AC3E}">
        <p14:creationId xmlns:p14="http://schemas.microsoft.com/office/powerpoint/2010/main" val="83196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D8030-CED6-3B47-91CF-BE81284E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ABSTRACT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9EE2C8-DE96-4D6C-8F7A-3C416B19B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86350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20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6131A-9C8A-674A-993D-FD8F3E6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AD9313-8AC9-499E-B595-60B0BB5F2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22394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71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BED5A-E98E-4DA0-BAA5-4F6AB24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B94A-E40E-48CE-BD7B-C1A30AE57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982" y="488542"/>
            <a:ext cx="11244036" cy="5880916"/>
          </a:xfrm>
          <a:prstGeom prst="rect">
            <a:avLst/>
          </a:prstGeom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EC5CA6-6479-49D5-B4B5-5643D26B8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84442" y="2057401"/>
            <a:ext cx="0" cy="2743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26337-5AA4-470D-9687-5907CB53B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685800"/>
            <a:ext cx="10853928" cy="5486400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61442-52AC-CACC-B8B4-1A85C2F8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1000370"/>
            <a:ext cx="3462079" cy="4857262"/>
          </a:xfrm>
        </p:spPr>
        <p:txBody>
          <a:bodyPr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DEVELOPMENT VS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00D4-6092-CDA6-A5B3-6A1A212A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691" y="1000370"/>
            <a:ext cx="6212310" cy="4857262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For FYP 2</a:t>
            </a:r>
          </a:p>
          <a:p>
            <a:r>
              <a:rPr lang="en-US" sz="2000">
                <a:solidFill>
                  <a:srgbClr val="FFFFFF"/>
                </a:solidFill>
              </a:rPr>
              <a:t>Development – 100% development</a:t>
            </a:r>
          </a:p>
          <a:p>
            <a:r>
              <a:rPr lang="en-US" sz="2000">
                <a:solidFill>
                  <a:srgbClr val="FFFFFF"/>
                </a:solidFill>
              </a:rPr>
              <a:t>Research – </a:t>
            </a:r>
            <a:r>
              <a:rPr lang="en-US" sz="2000" b="1">
                <a:solidFill>
                  <a:srgbClr val="FFFFFF"/>
                </a:solidFill>
              </a:rPr>
              <a:t>MUST</a:t>
            </a:r>
            <a:r>
              <a:rPr lang="en-US" sz="2000">
                <a:solidFill>
                  <a:srgbClr val="FFFFFF"/>
                </a:solidFill>
              </a:rPr>
              <a:t> produce a paper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99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043576-C320-58BB-4485-0636C9A66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857" y="248194"/>
            <a:ext cx="7086600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0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7EC34-7CC7-974C-9557-7A5042D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PROPOSAL</a:t>
            </a:r>
            <a:endParaRPr lang="en-US" dirty="0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ED4B7-1F04-4407-8563-860C2C999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58532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3963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36371F"/>
      </a:dk2>
      <a:lt2>
        <a:srgbClr val="E2E8E8"/>
      </a:lt2>
      <a:accent1>
        <a:srgbClr val="EE736E"/>
      </a:accent1>
      <a:accent2>
        <a:srgbClr val="E98D3F"/>
      </a:accent2>
      <a:accent3>
        <a:srgbClr val="B2A446"/>
      </a:accent3>
      <a:accent4>
        <a:srgbClr val="8EB03A"/>
      </a:accent4>
      <a:accent5>
        <a:srgbClr val="5DB837"/>
      </a:accent5>
      <a:accent6>
        <a:srgbClr val="2EBA3F"/>
      </a:accent6>
      <a:hlink>
        <a:srgbClr val="578D8F"/>
      </a:hlink>
      <a:folHlink>
        <a:srgbClr val="7F7F7F"/>
      </a:folHlink>
    </a:clrScheme>
    <a:fontScheme name="Savon">
      <a:majorFont>
        <a:latin typeface="Century School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76</Words>
  <Application>Microsoft Macintosh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Century Schoolbook</vt:lpstr>
      <vt:lpstr>Franklin Gothic Book</vt:lpstr>
      <vt:lpstr>Garamond</vt:lpstr>
      <vt:lpstr>SavonVTI</vt:lpstr>
      <vt:lpstr>FINAL YEAR PROJECT 1</vt:lpstr>
      <vt:lpstr>TITLE</vt:lpstr>
      <vt:lpstr>ABSTRACT</vt:lpstr>
      <vt:lpstr>OBJECTIVES</vt:lpstr>
      <vt:lpstr>DEVELOPMENT VS RESEARCH</vt:lpstr>
      <vt:lpstr>PowerPoint Presentation</vt:lpstr>
      <vt:lpstr>PROPOSAL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Ziera Hamid</dc:creator>
  <cp:lastModifiedBy>NAZIRAH BINTI ABD HAMID</cp:lastModifiedBy>
  <cp:revision>2</cp:revision>
  <dcterms:created xsi:type="dcterms:W3CDTF">2021-10-31T06:42:37Z</dcterms:created>
  <dcterms:modified xsi:type="dcterms:W3CDTF">2026-10-02T11:33:58Z</dcterms:modified>
</cp:coreProperties>
</file>